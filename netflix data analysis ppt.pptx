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2" r:id="rId3"/>
    <p:sldId id="273" r:id="rId4"/>
    <p:sldId id="258" r:id="rId5"/>
    <p:sldId id="266" r:id="rId6"/>
    <p:sldId id="274" r:id="rId7"/>
    <p:sldId id="257" r:id="rId8"/>
    <p:sldId id="259" r:id="rId9"/>
    <p:sldId id="261" r:id="rId10"/>
    <p:sldId id="275" r:id="rId11"/>
    <p:sldId id="260" r:id="rId12"/>
    <p:sldId id="262" r:id="rId13"/>
    <p:sldId id="270" r:id="rId14"/>
    <p:sldId id="271" r:id="rId15"/>
    <p:sldId id="263" r:id="rId16"/>
    <p:sldId id="264" r:id="rId17"/>
    <p:sldId id="276" r:id="rId18"/>
    <p:sldId id="265" r:id="rId19"/>
    <p:sldId id="267" r:id="rId20"/>
    <p:sldId id="277" r:id="rId21"/>
    <p:sldId id="268" r:id="rId22"/>
    <p:sldId id="269" r:id="rId23"/>
    <p:sldId id="278"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p:scale>
          <a:sx n="70" d="100"/>
          <a:sy n="70" d="100"/>
        </p:scale>
        <p:origin x="1166" y="41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A35A1BB-D51B-41CB-8257-64080A46445F}"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IN"/>
        </a:p>
      </dgm:t>
    </dgm:pt>
    <dgm:pt modelId="{A3A4B1B8-F120-4401-B2F0-E2633E845C0D}">
      <dgm:prSet/>
      <dgm:spPr>
        <a:noFill/>
        <a:ln>
          <a:noFill/>
        </a:ln>
      </dgm:spPr>
      <dgm:t>
        <a:bodyPr/>
        <a:lstStyle/>
        <a:p>
          <a:r>
            <a:rPr lang="en-US" dirty="0"/>
            <a:t>Provide users with personalized movie and TV show recommendations</a:t>
          </a:r>
          <a:endParaRPr lang="en-IN" dirty="0"/>
        </a:p>
      </dgm:t>
    </dgm:pt>
    <dgm:pt modelId="{AAAD05B9-3AA3-452A-8ADD-E872DDD5035E}" type="parTrans" cxnId="{2E95E5DA-B4AA-4F55-A028-5ECD2F9BB043}">
      <dgm:prSet/>
      <dgm:spPr/>
      <dgm:t>
        <a:bodyPr/>
        <a:lstStyle/>
        <a:p>
          <a:endParaRPr lang="en-IN"/>
        </a:p>
      </dgm:t>
    </dgm:pt>
    <dgm:pt modelId="{D96E1729-372B-4101-9B08-BD309529F7D4}" type="sibTrans" cxnId="{2E95E5DA-B4AA-4F55-A028-5ECD2F9BB043}">
      <dgm:prSet/>
      <dgm:spPr/>
      <dgm:t>
        <a:bodyPr/>
        <a:lstStyle/>
        <a:p>
          <a:endParaRPr lang="en-IN"/>
        </a:p>
      </dgm:t>
    </dgm:pt>
    <dgm:pt modelId="{F4961AB5-59E4-4BE9-8C78-26FB08BC4BB8}">
      <dgm:prSet custT="1"/>
      <dgm:spPr>
        <a:noFill/>
        <a:ln>
          <a:noFill/>
        </a:ln>
      </dgm:spPr>
      <dgm:t>
        <a:bodyPr/>
        <a:lstStyle/>
        <a:p>
          <a:r>
            <a:rPr lang="en-US" sz="1800" kern="1200" dirty="0"/>
            <a:t>Predict the popularity </a:t>
          </a:r>
          <a:r>
            <a:rPr lang="en-US" sz="1800" kern="1200" dirty="0">
              <a:solidFill>
                <a:prstClr val="white"/>
              </a:solidFill>
              <a:latin typeface="Calibri" panose="020F0502020204030204"/>
              <a:ea typeface="+mn-ea"/>
              <a:cs typeface="+mn-cs"/>
            </a:rPr>
            <a:t>of original content </a:t>
          </a:r>
          <a:r>
            <a:rPr lang="en-US" sz="1800" kern="1200" dirty="0"/>
            <a:t>to before it greenlights it (or not)</a:t>
          </a:r>
          <a:endParaRPr lang="en-IN" sz="1800" kern="1200" dirty="0"/>
        </a:p>
      </dgm:t>
    </dgm:pt>
    <dgm:pt modelId="{499E5097-0541-4275-922F-99312FBD44A6}" type="parTrans" cxnId="{340AF630-266D-475A-82E4-0F5D8B49A94F}">
      <dgm:prSet/>
      <dgm:spPr/>
      <dgm:t>
        <a:bodyPr/>
        <a:lstStyle/>
        <a:p>
          <a:endParaRPr lang="en-IN"/>
        </a:p>
      </dgm:t>
    </dgm:pt>
    <dgm:pt modelId="{B473C040-0A10-4B4C-ACD1-DE98CDF062FA}" type="sibTrans" cxnId="{340AF630-266D-475A-82E4-0F5D8B49A94F}">
      <dgm:prSet/>
      <dgm:spPr/>
      <dgm:t>
        <a:bodyPr/>
        <a:lstStyle/>
        <a:p>
          <a:endParaRPr lang="en-IN"/>
        </a:p>
      </dgm:t>
    </dgm:pt>
    <dgm:pt modelId="{65C7DEF0-D034-42CD-9DBA-6DD8D9011794}">
      <dgm:prSet/>
      <dgm:spPr>
        <a:noFill/>
        <a:ln>
          <a:noFill/>
        </a:ln>
      </dgm:spPr>
      <dgm:t>
        <a:bodyPr/>
        <a:lstStyle/>
        <a:p>
          <a:r>
            <a:rPr lang="en-US" dirty="0"/>
            <a:t>Personalize marketing content such as trailers and thumbnail images</a:t>
          </a:r>
          <a:endParaRPr lang="en-IN" dirty="0"/>
        </a:p>
      </dgm:t>
    </dgm:pt>
    <dgm:pt modelId="{7B365755-60AB-4E72-84AF-CAF338F1B947}" type="parTrans" cxnId="{EEDA3E00-83F7-457C-8C61-606682197200}">
      <dgm:prSet/>
      <dgm:spPr/>
      <dgm:t>
        <a:bodyPr/>
        <a:lstStyle/>
        <a:p>
          <a:endParaRPr lang="en-IN"/>
        </a:p>
      </dgm:t>
    </dgm:pt>
    <dgm:pt modelId="{FE24622E-8545-43FE-B44E-FF7E9AFD8370}" type="sibTrans" cxnId="{EEDA3E00-83F7-457C-8C61-606682197200}">
      <dgm:prSet/>
      <dgm:spPr/>
      <dgm:t>
        <a:bodyPr/>
        <a:lstStyle/>
        <a:p>
          <a:endParaRPr lang="en-IN"/>
        </a:p>
      </dgm:t>
    </dgm:pt>
    <dgm:pt modelId="{6EC87472-D2A2-4BEC-A39D-1CD17459271E}">
      <dgm:prSet/>
      <dgm:spPr>
        <a:noFill/>
        <a:ln>
          <a:noFill/>
        </a:ln>
      </dgm:spPr>
      <dgm:t>
        <a:bodyPr/>
        <a:lstStyle/>
        <a:p>
          <a:r>
            <a:rPr lang="en-US"/>
            <a:t>Optimize production planning</a:t>
          </a:r>
          <a:endParaRPr lang="en-IN"/>
        </a:p>
      </dgm:t>
    </dgm:pt>
    <dgm:pt modelId="{A18D8A46-9C6A-4D7F-A815-0A2470058541}" type="parTrans" cxnId="{5CB00AB1-6895-4035-AD0D-905E1569D9B6}">
      <dgm:prSet/>
      <dgm:spPr/>
      <dgm:t>
        <a:bodyPr/>
        <a:lstStyle/>
        <a:p>
          <a:endParaRPr lang="en-IN"/>
        </a:p>
      </dgm:t>
    </dgm:pt>
    <dgm:pt modelId="{82F1C8E5-7DCC-4B5C-BB9A-49CEB633576A}" type="sibTrans" cxnId="{5CB00AB1-6895-4035-AD0D-905E1569D9B6}">
      <dgm:prSet/>
      <dgm:spPr/>
      <dgm:t>
        <a:bodyPr/>
        <a:lstStyle/>
        <a:p>
          <a:endParaRPr lang="en-IN"/>
        </a:p>
      </dgm:t>
    </dgm:pt>
    <dgm:pt modelId="{810E1844-6381-413C-A3EE-7E578E0A4343}">
      <dgm:prSet/>
      <dgm:spPr>
        <a:noFill/>
        <a:ln>
          <a:noFill/>
        </a:ln>
      </dgm:spPr>
      <dgm:t>
        <a:bodyPr/>
        <a:lstStyle/>
        <a:p>
          <a:r>
            <a:rPr lang="en-US" dirty="0"/>
            <a:t> Enhance general technical and business decision making</a:t>
          </a:r>
          <a:endParaRPr lang="en-IN" dirty="0"/>
        </a:p>
      </dgm:t>
    </dgm:pt>
    <dgm:pt modelId="{7399F4E9-7788-4BCF-BA3A-539C4DCFCF7D}" type="parTrans" cxnId="{820AF205-5E8A-4BEF-8746-EE9974E3B965}">
      <dgm:prSet/>
      <dgm:spPr/>
      <dgm:t>
        <a:bodyPr/>
        <a:lstStyle/>
        <a:p>
          <a:endParaRPr lang="en-IN"/>
        </a:p>
      </dgm:t>
    </dgm:pt>
    <dgm:pt modelId="{5725F9FB-479C-4DF9-81A6-DC24180AF26C}" type="sibTrans" cxnId="{820AF205-5E8A-4BEF-8746-EE9974E3B965}">
      <dgm:prSet/>
      <dgm:spPr/>
      <dgm:t>
        <a:bodyPr/>
        <a:lstStyle/>
        <a:p>
          <a:endParaRPr lang="en-IN"/>
        </a:p>
      </dgm:t>
    </dgm:pt>
    <dgm:pt modelId="{CFCA4A7F-0106-42C7-9437-BC49591C5C3F}" type="pres">
      <dgm:prSet presAssocID="{FA35A1BB-D51B-41CB-8257-64080A46445F}" presName="diagram" presStyleCnt="0">
        <dgm:presLayoutVars>
          <dgm:dir/>
          <dgm:resizeHandles val="exact"/>
        </dgm:presLayoutVars>
      </dgm:prSet>
      <dgm:spPr/>
    </dgm:pt>
    <dgm:pt modelId="{9B00C1D9-1B20-4E7F-A6FA-0C0452397F90}" type="pres">
      <dgm:prSet presAssocID="{A3A4B1B8-F120-4401-B2F0-E2633E845C0D}" presName="node" presStyleLbl="node1" presStyleIdx="0" presStyleCnt="5">
        <dgm:presLayoutVars>
          <dgm:bulletEnabled val="1"/>
        </dgm:presLayoutVars>
      </dgm:prSet>
      <dgm:spPr/>
    </dgm:pt>
    <dgm:pt modelId="{DFE808AF-98E4-4B34-962E-E7470A581F76}" type="pres">
      <dgm:prSet presAssocID="{D96E1729-372B-4101-9B08-BD309529F7D4}" presName="sibTrans" presStyleCnt="0"/>
      <dgm:spPr/>
    </dgm:pt>
    <dgm:pt modelId="{A5F90C1F-0F41-4E85-9840-D941FCDABB45}" type="pres">
      <dgm:prSet presAssocID="{F4961AB5-59E4-4BE9-8C78-26FB08BC4BB8}" presName="node" presStyleLbl="node1" presStyleIdx="1" presStyleCnt="5">
        <dgm:presLayoutVars>
          <dgm:bulletEnabled val="1"/>
        </dgm:presLayoutVars>
      </dgm:prSet>
      <dgm:spPr/>
    </dgm:pt>
    <dgm:pt modelId="{46F0E731-0CC3-4154-B767-BB75DB00836F}" type="pres">
      <dgm:prSet presAssocID="{B473C040-0A10-4B4C-ACD1-DE98CDF062FA}" presName="sibTrans" presStyleCnt="0"/>
      <dgm:spPr/>
    </dgm:pt>
    <dgm:pt modelId="{B503CAC5-C076-4A6B-B460-68D06952E491}" type="pres">
      <dgm:prSet presAssocID="{65C7DEF0-D034-42CD-9DBA-6DD8D9011794}" presName="node" presStyleLbl="node1" presStyleIdx="2" presStyleCnt="5">
        <dgm:presLayoutVars>
          <dgm:bulletEnabled val="1"/>
        </dgm:presLayoutVars>
      </dgm:prSet>
      <dgm:spPr/>
    </dgm:pt>
    <dgm:pt modelId="{E758DD51-84DF-474B-8AE4-0FCF80F08E1A}" type="pres">
      <dgm:prSet presAssocID="{FE24622E-8545-43FE-B44E-FF7E9AFD8370}" presName="sibTrans" presStyleCnt="0"/>
      <dgm:spPr/>
    </dgm:pt>
    <dgm:pt modelId="{E7C8CD90-528A-489F-82E5-7E84D8C6F92C}" type="pres">
      <dgm:prSet presAssocID="{6EC87472-D2A2-4BEC-A39D-1CD17459271E}" presName="node" presStyleLbl="node1" presStyleIdx="3" presStyleCnt="5">
        <dgm:presLayoutVars>
          <dgm:bulletEnabled val="1"/>
        </dgm:presLayoutVars>
      </dgm:prSet>
      <dgm:spPr/>
    </dgm:pt>
    <dgm:pt modelId="{254AD720-3C12-44A8-B617-3877BD1F6AB3}" type="pres">
      <dgm:prSet presAssocID="{82F1C8E5-7DCC-4B5C-BB9A-49CEB633576A}" presName="sibTrans" presStyleCnt="0"/>
      <dgm:spPr/>
    </dgm:pt>
    <dgm:pt modelId="{A1A11137-0C11-414E-9EA7-72D14667573A}" type="pres">
      <dgm:prSet presAssocID="{810E1844-6381-413C-A3EE-7E578E0A4343}" presName="node" presStyleLbl="node1" presStyleIdx="4" presStyleCnt="5">
        <dgm:presLayoutVars>
          <dgm:bulletEnabled val="1"/>
        </dgm:presLayoutVars>
      </dgm:prSet>
      <dgm:spPr/>
    </dgm:pt>
  </dgm:ptLst>
  <dgm:cxnLst>
    <dgm:cxn modelId="{EEDA3E00-83F7-457C-8C61-606682197200}" srcId="{FA35A1BB-D51B-41CB-8257-64080A46445F}" destId="{65C7DEF0-D034-42CD-9DBA-6DD8D9011794}" srcOrd="2" destOrd="0" parTransId="{7B365755-60AB-4E72-84AF-CAF338F1B947}" sibTransId="{FE24622E-8545-43FE-B44E-FF7E9AFD8370}"/>
    <dgm:cxn modelId="{820AF205-5E8A-4BEF-8746-EE9974E3B965}" srcId="{FA35A1BB-D51B-41CB-8257-64080A46445F}" destId="{810E1844-6381-413C-A3EE-7E578E0A4343}" srcOrd="4" destOrd="0" parTransId="{7399F4E9-7788-4BCF-BA3A-539C4DCFCF7D}" sibTransId="{5725F9FB-479C-4DF9-81A6-DC24180AF26C}"/>
    <dgm:cxn modelId="{F84BE917-0A88-437D-97DD-3E4A41FF9DDE}" type="presOf" srcId="{65C7DEF0-D034-42CD-9DBA-6DD8D9011794}" destId="{B503CAC5-C076-4A6B-B460-68D06952E491}" srcOrd="0" destOrd="0" presId="urn:microsoft.com/office/officeart/2005/8/layout/default"/>
    <dgm:cxn modelId="{9A206C1C-B367-43AD-AACB-D8B55B056784}" type="presOf" srcId="{FA35A1BB-D51B-41CB-8257-64080A46445F}" destId="{CFCA4A7F-0106-42C7-9437-BC49591C5C3F}" srcOrd="0" destOrd="0" presId="urn:microsoft.com/office/officeart/2005/8/layout/default"/>
    <dgm:cxn modelId="{37980730-518B-4CC9-9C59-728B48900FDF}" type="presOf" srcId="{F4961AB5-59E4-4BE9-8C78-26FB08BC4BB8}" destId="{A5F90C1F-0F41-4E85-9840-D941FCDABB45}" srcOrd="0" destOrd="0" presId="urn:microsoft.com/office/officeart/2005/8/layout/default"/>
    <dgm:cxn modelId="{340AF630-266D-475A-82E4-0F5D8B49A94F}" srcId="{FA35A1BB-D51B-41CB-8257-64080A46445F}" destId="{F4961AB5-59E4-4BE9-8C78-26FB08BC4BB8}" srcOrd="1" destOrd="0" parTransId="{499E5097-0541-4275-922F-99312FBD44A6}" sibTransId="{B473C040-0A10-4B4C-ACD1-DE98CDF062FA}"/>
    <dgm:cxn modelId="{47A4A347-7374-4E4B-9DAD-588EBFE5EE29}" type="presOf" srcId="{6EC87472-D2A2-4BEC-A39D-1CD17459271E}" destId="{E7C8CD90-528A-489F-82E5-7E84D8C6F92C}" srcOrd="0" destOrd="0" presId="urn:microsoft.com/office/officeart/2005/8/layout/default"/>
    <dgm:cxn modelId="{DD568280-81EB-40CE-8595-2CF856245735}" type="presOf" srcId="{A3A4B1B8-F120-4401-B2F0-E2633E845C0D}" destId="{9B00C1D9-1B20-4E7F-A6FA-0C0452397F90}" srcOrd="0" destOrd="0" presId="urn:microsoft.com/office/officeart/2005/8/layout/default"/>
    <dgm:cxn modelId="{5CB00AB1-6895-4035-AD0D-905E1569D9B6}" srcId="{FA35A1BB-D51B-41CB-8257-64080A46445F}" destId="{6EC87472-D2A2-4BEC-A39D-1CD17459271E}" srcOrd="3" destOrd="0" parTransId="{A18D8A46-9C6A-4D7F-A815-0A2470058541}" sibTransId="{82F1C8E5-7DCC-4B5C-BB9A-49CEB633576A}"/>
    <dgm:cxn modelId="{005FD8CD-1BC4-4489-AB62-EE81B7F50646}" type="presOf" srcId="{810E1844-6381-413C-A3EE-7E578E0A4343}" destId="{A1A11137-0C11-414E-9EA7-72D14667573A}" srcOrd="0" destOrd="0" presId="urn:microsoft.com/office/officeart/2005/8/layout/default"/>
    <dgm:cxn modelId="{2E95E5DA-B4AA-4F55-A028-5ECD2F9BB043}" srcId="{FA35A1BB-D51B-41CB-8257-64080A46445F}" destId="{A3A4B1B8-F120-4401-B2F0-E2633E845C0D}" srcOrd="0" destOrd="0" parTransId="{AAAD05B9-3AA3-452A-8ADD-E872DDD5035E}" sibTransId="{D96E1729-372B-4101-9B08-BD309529F7D4}"/>
    <dgm:cxn modelId="{2198D4A2-1A97-46AD-84A9-2250A5123AD8}" type="presParOf" srcId="{CFCA4A7F-0106-42C7-9437-BC49591C5C3F}" destId="{9B00C1D9-1B20-4E7F-A6FA-0C0452397F90}" srcOrd="0" destOrd="0" presId="urn:microsoft.com/office/officeart/2005/8/layout/default"/>
    <dgm:cxn modelId="{32525325-F45C-4DC0-A1C8-5D09143CAA1E}" type="presParOf" srcId="{CFCA4A7F-0106-42C7-9437-BC49591C5C3F}" destId="{DFE808AF-98E4-4B34-962E-E7470A581F76}" srcOrd="1" destOrd="0" presId="urn:microsoft.com/office/officeart/2005/8/layout/default"/>
    <dgm:cxn modelId="{B3C587BF-322E-42C2-A3DB-06D26E28C599}" type="presParOf" srcId="{CFCA4A7F-0106-42C7-9437-BC49591C5C3F}" destId="{A5F90C1F-0F41-4E85-9840-D941FCDABB45}" srcOrd="2" destOrd="0" presId="urn:microsoft.com/office/officeart/2005/8/layout/default"/>
    <dgm:cxn modelId="{7D64E919-5901-4899-916B-E98487A7D6AA}" type="presParOf" srcId="{CFCA4A7F-0106-42C7-9437-BC49591C5C3F}" destId="{46F0E731-0CC3-4154-B767-BB75DB00836F}" srcOrd="3" destOrd="0" presId="urn:microsoft.com/office/officeart/2005/8/layout/default"/>
    <dgm:cxn modelId="{84C048B2-FD60-4C74-8ABB-AA2CB8305739}" type="presParOf" srcId="{CFCA4A7F-0106-42C7-9437-BC49591C5C3F}" destId="{B503CAC5-C076-4A6B-B460-68D06952E491}" srcOrd="4" destOrd="0" presId="urn:microsoft.com/office/officeart/2005/8/layout/default"/>
    <dgm:cxn modelId="{CCBDCB6D-BE19-4BF5-AE73-0A99FC4F4215}" type="presParOf" srcId="{CFCA4A7F-0106-42C7-9437-BC49591C5C3F}" destId="{E758DD51-84DF-474B-8AE4-0FCF80F08E1A}" srcOrd="5" destOrd="0" presId="urn:microsoft.com/office/officeart/2005/8/layout/default"/>
    <dgm:cxn modelId="{88DA2CA7-5C75-4120-8A8F-F956CA9759A6}" type="presParOf" srcId="{CFCA4A7F-0106-42C7-9437-BC49591C5C3F}" destId="{E7C8CD90-528A-489F-82E5-7E84D8C6F92C}" srcOrd="6" destOrd="0" presId="urn:microsoft.com/office/officeart/2005/8/layout/default"/>
    <dgm:cxn modelId="{1E2F8FA5-7B41-488F-B029-6479000DAB73}" type="presParOf" srcId="{CFCA4A7F-0106-42C7-9437-BC49591C5C3F}" destId="{254AD720-3C12-44A8-B617-3877BD1F6AB3}" srcOrd="7" destOrd="0" presId="urn:microsoft.com/office/officeart/2005/8/layout/default"/>
    <dgm:cxn modelId="{57582DD8-3FD2-49CA-BC2B-744DBB6BF26D}" type="presParOf" srcId="{CFCA4A7F-0106-42C7-9437-BC49591C5C3F}" destId="{A1A11137-0C11-414E-9EA7-72D14667573A}" srcOrd="8"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13680E1-4BF5-428C-B5F3-B3EB09093EC4}"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n-IN"/>
        </a:p>
      </dgm:t>
    </dgm:pt>
    <dgm:pt modelId="{779F99AC-396D-4F07-A7FD-F5B6C0994DB6}">
      <dgm:prSet/>
      <dgm:spPr>
        <a:solidFill>
          <a:schemeClr val="bg2">
            <a:lumMod val="25000"/>
            <a:alpha val="79000"/>
          </a:schemeClr>
        </a:solidFill>
      </dgm:spPr>
      <dgm:t>
        <a:bodyPr/>
        <a:lstStyle/>
        <a:p>
          <a:r>
            <a:rPr lang="en-US" dirty="0">
              <a:latin typeface="Baskerville Old Face" panose="02020602080505020303" pitchFamily="18" charset="0"/>
            </a:rPr>
            <a:t>Data analysis is hence known to be a scientific process solely focused on the data as its subject. It begins with retrieving data from various external-cum-internal sources and then performing intrinsic analysis with the data in order to discover and obtain beneficial information catering the needs of an entity. Based on the nature  and characteristic of  data Fundamentally, there  are  two  primary  methods  for  data analysis  </a:t>
          </a:r>
          <a:endParaRPr lang="en-IN" dirty="0">
            <a:latin typeface="Baskerville Old Face" panose="02020602080505020303" pitchFamily="18" charset="0"/>
          </a:endParaRPr>
        </a:p>
      </dgm:t>
    </dgm:pt>
    <dgm:pt modelId="{5791648B-2A2A-4DD2-804D-4D641BA472CC}" type="parTrans" cxnId="{BF7B374E-98E8-4DC4-BBEA-5A70DD4F3E4F}">
      <dgm:prSet/>
      <dgm:spPr/>
      <dgm:t>
        <a:bodyPr/>
        <a:lstStyle/>
        <a:p>
          <a:endParaRPr lang="en-IN"/>
        </a:p>
      </dgm:t>
    </dgm:pt>
    <dgm:pt modelId="{16AF8EC3-7090-4259-9EA4-998999B8674F}" type="sibTrans" cxnId="{BF7B374E-98E8-4DC4-BBEA-5A70DD4F3E4F}">
      <dgm:prSet/>
      <dgm:spPr/>
      <dgm:t>
        <a:bodyPr/>
        <a:lstStyle/>
        <a:p>
          <a:endParaRPr lang="en-IN"/>
        </a:p>
      </dgm:t>
    </dgm:pt>
    <dgm:pt modelId="{A5F8013E-C644-4776-B57A-CFEE38F06E1D}">
      <dgm:prSet/>
      <dgm:spPr>
        <a:solidFill>
          <a:schemeClr val="bg2">
            <a:lumMod val="25000"/>
            <a:alpha val="79000"/>
          </a:schemeClr>
        </a:solidFill>
      </dgm:spPr>
      <dgm:t>
        <a:bodyPr/>
        <a:lstStyle/>
        <a:p>
          <a:r>
            <a:rPr lang="en-US" dirty="0"/>
            <a:t> qualitative  data  analysis </a:t>
          </a:r>
          <a:endParaRPr lang="en-IN" dirty="0"/>
        </a:p>
      </dgm:t>
    </dgm:pt>
    <dgm:pt modelId="{32BC3BA8-64AA-4619-A6A3-809A2FEC0792}" type="parTrans" cxnId="{5E06FC66-3648-4B9F-8F46-84ABCE60F66A}">
      <dgm:prSet/>
      <dgm:spPr>
        <a:solidFill>
          <a:schemeClr val="bg2">
            <a:lumMod val="90000"/>
          </a:schemeClr>
        </a:solidFill>
        <a:ln w="38100"/>
        <a:effectLst>
          <a:glow rad="228600">
            <a:schemeClr val="accent3">
              <a:satMod val="175000"/>
              <a:alpha val="40000"/>
            </a:schemeClr>
          </a:glow>
        </a:effectLst>
      </dgm:spPr>
      <dgm:t>
        <a:bodyPr/>
        <a:lstStyle/>
        <a:p>
          <a:endParaRPr lang="en-IN"/>
        </a:p>
      </dgm:t>
    </dgm:pt>
    <dgm:pt modelId="{903F3EB0-A340-4862-8FED-596C7D81CEEC}" type="sibTrans" cxnId="{5E06FC66-3648-4B9F-8F46-84ABCE60F66A}">
      <dgm:prSet/>
      <dgm:spPr/>
      <dgm:t>
        <a:bodyPr/>
        <a:lstStyle/>
        <a:p>
          <a:endParaRPr lang="en-IN"/>
        </a:p>
      </dgm:t>
    </dgm:pt>
    <dgm:pt modelId="{EF205628-CA42-4068-9825-D4DDD392E6F6}">
      <dgm:prSet/>
      <dgm:spPr>
        <a:solidFill>
          <a:schemeClr val="bg2">
            <a:lumMod val="25000"/>
            <a:alpha val="79000"/>
          </a:schemeClr>
        </a:solidFill>
      </dgm:spPr>
      <dgm:t>
        <a:bodyPr/>
        <a:lstStyle/>
        <a:p>
          <a:r>
            <a:rPr lang="en-US"/>
            <a:t>quantitative data analysis </a:t>
          </a:r>
          <a:endParaRPr lang="en-IN"/>
        </a:p>
      </dgm:t>
    </dgm:pt>
    <dgm:pt modelId="{48C6302C-0203-4C73-836B-A48EA650F448}" type="parTrans" cxnId="{D50D51FE-7982-450A-AFA5-3F05B851C2CD}">
      <dgm:prSet/>
      <dgm:spPr>
        <a:solidFill>
          <a:schemeClr val="bg2">
            <a:lumMod val="90000"/>
          </a:schemeClr>
        </a:solidFill>
        <a:ln w="38100"/>
        <a:effectLst>
          <a:glow rad="228600">
            <a:schemeClr val="accent3">
              <a:satMod val="175000"/>
              <a:alpha val="40000"/>
            </a:schemeClr>
          </a:glow>
        </a:effectLst>
      </dgm:spPr>
      <dgm:t>
        <a:bodyPr/>
        <a:lstStyle/>
        <a:p>
          <a:endParaRPr lang="en-IN"/>
        </a:p>
      </dgm:t>
    </dgm:pt>
    <dgm:pt modelId="{7A8EDD41-CD38-4610-A4AB-7CF94314D62A}" type="sibTrans" cxnId="{D50D51FE-7982-450A-AFA5-3F05B851C2CD}">
      <dgm:prSet/>
      <dgm:spPr/>
      <dgm:t>
        <a:bodyPr/>
        <a:lstStyle/>
        <a:p>
          <a:endParaRPr lang="en-IN"/>
        </a:p>
      </dgm:t>
    </dgm:pt>
    <dgm:pt modelId="{34292961-5D19-4A42-B380-A8E6AC38A62E}" type="pres">
      <dgm:prSet presAssocID="{E13680E1-4BF5-428C-B5F3-B3EB09093EC4}" presName="hierChild1" presStyleCnt="0">
        <dgm:presLayoutVars>
          <dgm:orgChart val="1"/>
          <dgm:chPref val="1"/>
          <dgm:dir/>
          <dgm:animOne val="branch"/>
          <dgm:animLvl val="lvl"/>
          <dgm:resizeHandles/>
        </dgm:presLayoutVars>
      </dgm:prSet>
      <dgm:spPr/>
    </dgm:pt>
    <dgm:pt modelId="{D8B7E3B9-24F9-4900-BFD5-D699473AD818}" type="pres">
      <dgm:prSet presAssocID="{779F99AC-396D-4F07-A7FD-F5B6C0994DB6}" presName="hierRoot1" presStyleCnt="0">
        <dgm:presLayoutVars>
          <dgm:hierBranch val="init"/>
        </dgm:presLayoutVars>
      </dgm:prSet>
      <dgm:spPr/>
    </dgm:pt>
    <dgm:pt modelId="{C253BDDC-B7B7-432E-A982-D3D486B91EF0}" type="pres">
      <dgm:prSet presAssocID="{779F99AC-396D-4F07-A7FD-F5B6C0994DB6}" presName="rootComposite1" presStyleCnt="0"/>
      <dgm:spPr/>
    </dgm:pt>
    <dgm:pt modelId="{8CB16355-4231-4E9B-A819-E34F499510C9}" type="pres">
      <dgm:prSet presAssocID="{779F99AC-396D-4F07-A7FD-F5B6C0994DB6}" presName="rootText1" presStyleLbl="node0" presStyleIdx="0" presStyleCnt="1" custScaleX="224108">
        <dgm:presLayoutVars>
          <dgm:chPref val="3"/>
        </dgm:presLayoutVars>
      </dgm:prSet>
      <dgm:spPr/>
    </dgm:pt>
    <dgm:pt modelId="{C98187E0-C694-43C7-B8B4-E031AE654BBA}" type="pres">
      <dgm:prSet presAssocID="{779F99AC-396D-4F07-A7FD-F5B6C0994DB6}" presName="rootConnector1" presStyleLbl="node1" presStyleIdx="0" presStyleCnt="0"/>
      <dgm:spPr/>
    </dgm:pt>
    <dgm:pt modelId="{9E6114A7-5CE7-4D26-902E-0803F10E0F77}" type="pres">
      <dgm:prSet presAssocID="{779F99AC-396D-4F07-A7FD-F5B6C0994DB6}" presName="hierChild2" presStyleCnt="0"/>
      <dgm:spPr/>
    </dgm:pt>
    <dgm:pt modelId="{96EAA82A-5101-46A0-BFA6-267374363E07}" type="pres">
      <dgm:prSet presAssocID="{32BC3BA8-64AA-4619-A6A3-809A2FEC0792}" presName="Name37" presStyleLbl="parChTrans1D2" presStyleIdx="0" presStyleCnt="2"/>
      <dgm:spPr/>
    </dgm:pt>
    <dgm:pt modelId="{1FE49C56-5C98-4836-B34E-A6810FFCDCEE}" type="pres">
      <dgm:prSet presAssocID="{A5F8013E-C644-4776-B57A-CFEE38F06E1D}" presName="hierRoot2" presStyleCnt="0">
        <dgm:presLayoutVars>
          <dgm:hierBranch val="init"/>
        </dgm:presLayoutVars>
      </dgm:prSet>
      <dgm:spPr/>
    </dgm:pt>
    <dgm:pt modelId="{7C680B70-D12B-4949-9977-DCD8B98DF24F}" type="pres">
      <dgm:prSet presAssocID="{A5F8013E-C644-4776-B57A-CFEE38F06E1D}" presName="rootComposite" presStyleCnt="0"/>
      <dgm:spPr/>
    </dgm:pt>
    <dgm:pt modelId="{D2685312-7453-4ECB-BCAC-EEBFADEE94C3}" type="pres">
      <dgm:prSet presAssocID="{A5F8013E-C644-4776-B57A-CFEE38F06E1D}" presName="rootText" presStyleLbl="node2" presStyleIdx="0" presStyleCnt="2">
        <dgm:presLayoutVars>
          <dgm:chPref val="3"/>
        </dgm:presLayoutVars>
      </dgm:prSet>
      <dgm:spPr/>
    </dgm:pt>
    <dgm:pt modelId="{795ED5E9-8C61-4ED3-BFAB-E749AA294ED1}" type="pres">
      <dgm:prSet presAssocID="{A5F8013E-C644-4776-B57A-CFEE38F06E1D}" presName="rootConnector" presStyleLbl="node2" presStyleIdx="0" presStyleCnt="2"/>
      <dgm:spPr/>
    </dgm:pt>
    <dgm:pt modelId="{7014AB7D-A227-4BB2-AA1A-2EFA461E7CA9}" type="pres">
      <dgm:prSet presAssocID="{A5F8013E-C644-4776-B57A-CFEE38F06E1D}" presName="hierChild4" presStyleCnt="0"/>
      <dgm:spPr/>
    </dgm:pt>
    <dgm:pt modelId="{24D0A397-45ED-4D7B-9937-F31E759DB7A6}" type="pres">
      <dgm:prSet presAssocID="{A5F8013E-C644-4776-B57A-CFEE38F06E1D}" presName="hierChild5" presStyleCnt="0"/>
      <dgm:spPr/>
    </dgm:pt>
    <dgm:pt modelId="{084E94DA-3542-45C6-945D-D9E4AAC6FBA3}" type="pres">
      <dgm:prSet presAssocID="{48C6302C-0203-4C73-836B-A48EA650F448}" presName="Name37" presStyleLbl="parChTrans1D2" presStyleIdx="1" presStyleCnt="2"/>
      <dgm:spPr/>
    </dgm:pt>
    <dgm:pt modelId="{9E70032D-EAE6-4F3D-9147-8E9507B48324}" type="pres">
      <dgm:prSet presAssocID="{EF205628-CA42-4068-9825-D4DDD392E6F6}" presName="hierRoot2" presStyleCnt="0">
        <dgm:presLayoutVars>
          <dgm:hierBranch val="init"/>
        </dgm:presLayoutVars>
      </dgm:prSet>
      <dgm:spPr/>
    </dgm:pt>
    <dgm:pt modelId="{52DBC511-0C73-47DB-B0B7-760AA4AF4B01}" type="pres">
      <dgm:prSet presAssocID="{EF205628-CA42-4068-9825-D4DDD392E6F6}" presName="rootComposite" presStyleCnt="0"/>
      <dgm:spPr/>
    </dgm:pt>
    <dgm:pt modelId="{CDF91C92-4266-43AF-AD0E-8197C2342618}" type="pres">
      <dgm:prSet presAssocID="{EF205628-CA42-4068-9825-D4DDD392E6F6}" presName="rootText" presStyleLbl="node2" presStyleIdx="1" presStyleCnt="2">
        <dgm:presLayoutVars>
          <dgm:chPref val="3"/>
        </dgm:presLayoutVars>
      </dgm:prSet>
      <dgm:spPr/>
    </dgm:pt>
    <dgm:pt modelId="{4DD8F08F-9951-433E-AE5F-7A039DAF9ACD}" type="pres">
      <dgm:prSet presAssocID="{EF205628-CA42-4068-9825-D4DDD392E6F6}" presName="rootConnector" presStyleLbl="node2" presStyleIdx="1" presStyleCnt="2"/>
      <dgm:spPr/>
    </dgm:pt>
    <dgm:pt modelId="{E9B3B21C-C87A-44A2-88F5-ECE8A4061708}" type="pres">
      <dgm:prSet presAssocID="{EF205628-CA42-4068-9825-D4DDD392E6F6}" presName="hierChild4" presStyleCnt="0"/>
      <dgm:spPr/>
    </dgm:pt>
    <dgm:pt modelId="{62C8196D-BC41-4384-AE76-BE3C26FBAD09}" type="pres">
      <dgm:prSet presAssocID="{EF205628-CA42-4068-9825-D4DDD392E6F6}" presName="hierChild5" presStyleCnt="0"/>
      <dgm:spPr/>
    </dgm:pt>
    <dgm:pt modelId="{6C2C54CE-07C0-4038-A551-39DC564EB76D}" type="pres">
      <dgm:prSet presAssocID="{779F99AC-396D-4F07-A7FD-F5B6C0994DB6}" presName="hierChild3" presStyleCnt="0"/>
      <dgm:spPr/>
    </dgm:pt>
  </dgm:ptLst>
  <dgm:cxnLst>
    <dgm:cxn modelId="{CA823A5D-5CAF-43A0-8C19-2BAF9D81D234}" type="presOf" srcId="{779F99AC-396D-4F07-A7FD-F5B6C0994DB6}" destId="{8CB16355-4231-4E9B-A819-E34F499510C9}" srcOrd="0" destOrd="0" presId="urn:microsoft.com/office/officeart/2005/8/layout/orgChart1"/>
    <dgm:cxn modelId="{D0C6FF60-69ED-44AF-9707-1DBC77B92C5F}" type="presOf" srcId="{A5F8013E-C644-4776-B57A-CFEE38F06E1D}" destId="{D2685312-7453-4ECB-BCAC-EEBFADEE94C3}" srcOrd="0" destOrd="0" presId="urn:microsoft.com/office/officeart/2005/8/layout/orgChart1"/>
    <dgm:cxn modelId="{E69F8443-E720-4BFE-B9D8-1BFD57A12B19}" type="presOf" srcId="{779F99AC-396D-4F07-A7FD-F5B6C0994DB6}" destId="{C98187E0-C694-43C7-B8B4-E031AE654BBA}" srcOrd="1" destOrd="0" presId="urn:microsoft.com/office/officeart/2005/8/layout/orgChart1"/>
    <dgm:cxn modelId="{5E06FC66-3648-4B9F-8F46-84ABCE60F66A}" srcId="{779F99AC-396D-4F07-A7FD-F5B6C0994DB6}" destId="{A5F8013E-C644-4776-B57A-CFEE38F06E1D}" srcOrd="0" destOrd="0" parTransId="{32BC3BA8-64AA-4619-A6A3-809A2FEC0792}" sibTransId="{903F3EB0-A340-4862-8FED-596C7D81CEEC}"/>
    <dgm:cxn modelId="{BF7B374E-98E8-4DC4-BBEA-5A70DD4F3E4F}" srcId="{E13680E1-4BF5-428C-B5F3-B3EB09093EC4}" destId="{779F99AC-396D-4F07-A7FD-F5B6C0994DB6}" srcOrd="0" destOrd="0" parTransId="{5791648B-2A2A-4DD2-804D-4D641BA472CC}" sibTransId="{16AF8EC3-7090-4259-9EA4-998999B8674F}"/>
    <dgm:cxn modelId="{16F5DA8F-15E8-44F8-8CB4-22FFB65BB627}" type="presOf" srcId="{48C6302C-0203-4C73-836B-A48EA650F448}" destId="{084E94DA-3542-45C6-945D-D9E4AAC6FBA3}" srcOrd="0" destOrd="0" presId="urn:microsoft.com/office/officeart/2005/8/layout/orgChart1"/>
    <dgm:cxn modelId="{29C6E88F-B827-4226-BD3D-0288AC1CD83D}" type="presOf" srcId="{EF205628-CA42-4068-9825-D4DDD392E6F6}" destId="{CDF91C92-4266-43AF-AD0E-8197C2342618}" srcOrd="0" destOrd="0" presId="urn:microsoft.com/office/officeart/2005/8/layout/orgChart1"/>
    <dgm:cxn modelId="{9ADD5C95-C78F-4BDB-8BAE-ACDDCB776D0E}" type="presOf" srcId="{A5F8013E-C644-4776-B57A-CFEE38F06E1D}" destId="{795ED5E9-8C61-4ED3-BFAB-E749AA294ED1}" srcOrd="1" destOrd="0" presId="urn:microsoft.com/office/officeart/2005/8/layout/orgChart1"/>
    <dgm:cxn modelId="{F34D039F-5818-43DB-A62E-DABB6CD048F0}" type="presOf" srcId="{32BC3BA8-64AA-4619-A6A3-809A2FEC0792}" destId="{96EAA82A-5101-46A0-BFA6-267374363E07}" srcOrd="0" destOrd="0" presId="urn:microsoft.com/office/officeart/2005/8/layout/orgChart1"/>
    <dgm:cxn modelId="{85E0E7A8-E701-4E5C-B13F-31ABA1B082ED}" type="presOf" srcId="{E13680E1-4BF5-428C-B5F3-B3EB09093EC4}" destId="{34292961-5D19-4A42-B380-A8E6AC38A62E}" srcOrd="0" destOrd="0" presId="urn:microsoft.com/office/officeart/2005/8/layout/orgChart1"/>
    <dgm:cxn modelId="{B2DA6CC8-3903-4E8E-BB0D-EE7F536DF8F2}" type="presOf" srcId="{EF205628-CA42-4068-9825-D4DDD392E6F6}" destId="{4DD8F08F-9951-433E-AE5F-7A039DAF9ACD}" srcOrd="1" destOrd="0" presId="urn:microsoft.com/office/officeart/2005/8/layout/orgChart1"/>
    <dgm:cxn modelId="{D50D51FE-7982-450A-AFA5-3F05B851C2CD}" srcId="{779F99AC-396D-4F07-A7FD-F5B6C0994DB6}" destId="{EF205628-CA42-4068-9825-D4DDD392E6F6}" srcOrd="1" destOrd="0" parTransId="{48C6302C-0203-4C73-836B-A48EA650F448}" sibTransId="{7A8EDD41-CD38-4610-A4AB-7CF94314D62A}"/>
    <dgm:cxn modelId="{289F9072-8C96-4500-AC7F-2A8920518EAF}" type="presParOf" srcId="{34292961-5D19-4A42-B380-A8E6AC38A62E}" destId="{D8B7E3B9-24F9-4900-BFD5-D699473AD818}" srcOrd="0" destOrd="0" presId="urn:microsoft.com/office/officeart/2005/8/layout/orgChart1"/>
    <dgm:cxn modelId="{C2FC1D75-8CD1-4F6D-9900-21F26B7E3C41}" type="presParOf" srcId="{D8B7E3B9-24F9-4900-BFD5-D699473AD818}" destId="{C253BDDC-B7B7-432E-A982-D3D486B91EF0}" srcOrd="0" destOrd="0" presId="urn:microsoft.com/office/officeart/2005/8/layout/orgChart1"/>
    <dgm:cxn modelId="{AF44D45E-0B3D-4E04-BFC1-A96D82413537}" type="presParOf" srcId="{C253BDDC-B7B7-432E-A982-D3D486B91EF0}" destId="{8CB16355-4231-4E9B-A819-E34F499510C9}" srcOrd="0" destOrd="0" presId="urn:microsoft.com/office/officeart/2005/8/layout/orgChart1"/>
    <dgm:cxn modelId="{A68CDD57-EFD1-4235-9A97-DB84F13E1B26}" type="presParOf" srcId="{C253BDDC-B7B7-432E-A982-D3D486B91EF0}" destId="{C98187E0-C694-43C7-B8B4-E031AE654BBA}" srcOrd="1" destOrd="0" presId="urn:microsoft.com/office/officeart/2005/8/layout/orgChart1"/>
    <dgm:cxn modelId="{49C0EBA5-7EC6-425A-BA99-04A82FAF55AB}" type="presParOf" srcId="{D8B7E3B9-24F9-4900-BFD5-D699473AD818}" destId="{9E6114A7-5CE7-4D26-902E-0803F10E0F77}" srcOrd="1" destOrd="0" presId="urn:microsoft.com/office/officeart/2005/8/layout/orgChart1"/>
    <dgm:cxn modelId="{870056B6-55D9-402F-81C3-B807DF7FE15F}" type="presParOf" srcId="{9E6114A7-5CE7-4D26-902E-0803F10E0F77}" destId="{96EAA82A-5101-46A0-BFA6-267374363E07}" srcOrd="0" destOrd="0" presId="urn:microsoft.com/office/officeart/2005/8/layout/orgChart1"/>
    <dgm:cxn modelId="{AFE7815A-39D9-4128-AAFE-302F3B756B8D}" type="presParOf" srcId="{9E6114A7-5CE7-4D26-902E-0803F10E0F77}" destId="{1FE49C56-5C98-4836-B34E-A6810FFCDCEE}" srcOrd="1" destOrd="0" presId="urn:microsoft.com/office/officeart/2005/8/layout/orgChart1"/>
    <dgm:cxn modelId="{EE3681A9-FAC7-4EEA-A72B-8367997AA74F}" type="presParOf" srcId="{1FE49C56-5C98-4836-B34E-A6810FFCDCEE}" destId="{7C680B70-D12B-4949-9977-DCD8B98DF24F}" srcOrd="0" destOrd="0" presId="urn:microsoft.com/office/officeart/2005/8/layout/orgChart1"/>
    <dgm:cxn modelId="{171D8734-7E4C-4B5D-B0BC-4B8BAB84CA92}" type="presParOf" srcId="{7C680B70-D12B-4949-9977-DCD8B98DF24F}" destId="{D2685312-7453-4ECB-BCAC-EEBFADEE94C3}" srcOrd="0" destOrd="0" presId="urn:microsoft.com/office/officeart/2005/8/layout/orgChart1"/>
    <dgm:cxn modelId="{43F6047B-111F-4A6B-883C-86248C6DA00A}" type="presParOf" srcId="{7C680B70-D12B-4949-9977-DCD8B98DF24F}" destId="{795ED5E9-8C61-4ED3-BFAB-E749AA294ED1}" srcOrd="1" destOrd="0" presId="urn:microsoft.com/office/officeart/2005/8/layout/orgChart1"/>
    <dgm:cxn modelId="{C221E43F-F392-4E2B-BEB1-9BBF0A8C7F77}" type="presParOf" srcId="{1FE49C56-5C98-4836-B34E-A6810FFCDCEE}" destId="{7014AB7D-A227-4BB2-AA1A-2EFA461E7CA9}" srcOrd="1" destOrd="0" presId="urn:microsoft.com/office/officeart/2005/8/layout/orgChart1"/>
    <dgm:cxn modelId="{A66124CC-2BED-4B38-A2BC-A1C279550578}" type="presParOf" srcId="{1FE49C56-5C98-4836-B34E-A6810FFCDCEE}" destId="{24D0A397-45ED-4D7B-9937-F31E759DB7A6}" srcOrd="2" destOrd="0" presId="urn:microsoft.com/office/officeart/2005/8/layout/orgChart1"/>
    <dgm:cxn modelId="{71545AFE-8A49-4788-B161-C15AF35F0BF8}" type="presParOf" srcId="{9E6114A7-5CE7-4D26-902E-0803F10E0F77}" destId="{084E94DA-3542-45C6-945D-D9E4AAC6FBA3}" srcOrd="2" destOrd="0" presId="urn:microsoft.com/office/officeart/2005/8/layout/orgChart1"/>
    <dgm:cxn modelId="{BD4E64FE-9AA8-4140-93D2-7667F5C75E51}" type="presParOf" srcId="{9E6114A7-5CE7-4D26-902E-0803F10E0F77}" destId="{9E70032D-EAE6-4F3D-9147-8E9507B48324}" srcOrd="3" destOrd="0" presId="urn:microsoft.com/office/officeart/2005/8/layout/orgChart1"/>
    <dgm:cxn modelId="{995D7210-C25D-4A1A-BD27-F98B02EBCD1F}" type="presParOf" srcId="{9E70032D-EAE6-4F3D-9147-8E9507B48324}" destId="{52DBC511-0C73-47DB-B0B7-760AA4AF4B01}" srcOrd="0" destOrd="0" presId="urn:microsoft.com/office/officeart/2005/8/layout/orgChart1"/>
    <dgm:cxn modelId="{522B868D-0958-4517-9F29-CD1C9985CA0E}" type="presParOf" srcId="{52DBC511-0C73-47DB-B0B7-760AA4AF4B01}" destId="{CDF91C92-4266-43AF-AD0E-8197C2342618}" srcOrd="0" destOrd="0" presId="urn:microsoft.com/office/officeart/2005/8/layout/orgChart1"/>
    <dgm:cxn modelId="{DA0E1A3F-A173-4672-8DFF-FF85024E037D}" type="presParOf" srcId="{52DBC511-0C73-47DB-B0B7-760AA4AF4B01}" destId="{4DD8F08F-9951-433E-AE5F-7A039DAF9ACD}" srcOrd="1" destOrd="0" presId="urn:microsoft.com/office/officeart/2005/8/layout/orgChart1"/>
    <dgm:cxn modelId="{CEAA4575-B5B8-4556-B70C-C39B42CCD039}" type="presParOf" srcId="{9E70032D-EAE6-4F3D-9147-8E9507B48324}" destId="{E9B3B21C-C87A-44A2-88F5-ECE8A4061708}" srcOrd="1" destOrd="0" presId="urn:microsoft.com/office/officeart/2005/8/layout/orgChart1"/>
    <dgm:cxn modelId="{0EEDFB5B-9952-4734-82F1-3C639151D6A9}" type="presParOf" srcId="{9E70032D-EAE6-4F3D-9147-8E9507B48324}" destId="{62C8196D-BC41-4384-AE76-BE3C26FBAD09}" srcOrd="2" destOrd="0" presId="urn:microsoft.com/office/officeart/2005/8/layout/orgChart1"/>
    <dgm:cxn modelId="{53AB4761-C486-4C47-BAB9-C3422C6ED99F}" type="presParOf" srcId="{D8B7E3B9-24F9-4900-BFD5-D699473AD818}" destId="{6C2C54CE-07C0-4038-A551-39DC564EB76D}"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A167A2E-1CCE-4FC9-89C2-E8A796CEEA14}" type="doc">
      <dgm:prSet loTypeId="urn:microsoft.com/office/officeart/2005/8/layout/hProcess11" loCatId="process" qsTypeId="urn:microsoft.com/office/officeart/2005/8/quickstyle/simple1" qsCatId="simple" csTypeId="urn:microsoft.com/office/officeart/2005/8/colors/accent1_2" csCatId="accent1" phldr="1"/>
      <dgm:spPr/>
      <dgm:t>
        <a:bodyPr/>
        <a:lstStyle/>
        <a:p>
          <a:endParaRPr lang="en-IN"/>
        </a:p>
      </dgm:t>
    </dgm:pt>
    <dgm:pt modelId="{DA1DFF50-3E7E-4515-BCB1-E87F1C55DC63}">
      <dgm:prSet custT="1"/>
      <dgm:spPr/>
      <dgm:t>
        <a:bodyPr/>
        <a:lstStyle/>
        <a:p>
          <a:r>
            <a:rPr lang="en-US" sz="1200" dirty="0">
              <a:solidFill>
                <a:schemeClr val="bg1"/>
              </a:solidFill>
            </a:rPr>
            <a:t>The fact that there is a constant need for intelligent solutions  with data  as  inputs  cannot  be neglected. Due to these changes, we have witnessed a paradigm shifts in almost every single field around the world</a:t>
          </a:r>
          <a:r>
            <a:rPr lang="en-US" sz="1200" dirty="0"/>
            <a:t>.</a:t>
          </a:r>
          <a:endParaRPr lang="en-IN" sz="1200" dirty="0"/>
        </a:p>
      </dgm:t>
    </dgm:pt>
    <dgm:pt modelId="{22A8123D-7EA0-4D39-9D8D-BFC45A8A3B34}" type="parTrans" cxnId="{C43165DD-F508-46C8-A4D0-551875CCB691}">
      <dgm:prSet/>
      <dgm:spPr/>
      <dgm:t>
        <a:bodyPr/>
        <a:lstStyle/>
        <a:p>
          <a:endParaRPr lang="en-IN"/>
        </a:p>
      </dgm:t>
    </dgm:pt>
    <dgm:pt modelId="{A66B120F-4EF9-44CA-AC53-157375ED83B2}" type="sibTrans" cxnId="{C43165DD-F508-46C8-A4D0-551875CCB691}">
      <dgm:prSet/>
      <dgm:spPr/>
      <dgm:t>
        <a:bodyPr/>
        <a:lstStyle/>
        <a:p>
          <a:endParaRPr lang="en-IN"/>
        </a:p>
      </dgm:t>
    </dgm:pt>
    <dgm:pt modelId="{A0A52C79-A051-4E96-BDCE-D07F43E83DB9}">
      <dgm:prSet custT="1"/>
      <dgm:spPr/>
      <dgm:t>
        <a:bodyPr/>
        <a:lstStyle/>
        <a:p>
          <a:r>
            <a:rPr lang="en-US" sz="1400" dirty="0">
              <a:solidFill>
                <a:schemeClr val="bg1"/>
              </a:solidFill>
            </a:rPr>
            <a:t>One such field  is  the  entertainment  industry  that had a rapid transposition as the industry soon began to  adopt  virtual methods for releasing its content. </a:t>
          </a:r>
          <a:endParaRPr lang="en-IN" sz="1000" dirty="0">
            <a:solidFill>
              <a:schemeClr val="bg1"/>
            </a:solidFill>
          </a:endParaRPr>
        </a:p>
      </dgm:t>
    </dgm:pt>
    <dgm:pt modelId="{36CEE747-0DA0-4DAF-A8B7-CF493B790C4E}" type="parTrans" cxnId="{A7DE5F83-1916-4575-A6EA-FA1A05E67AAC}">
      <dgm:prSet/>
      <dgm:spPr/>
      <dgm:t>
        <a:bodyPr/>
        <a:lstStyle/>
        <a:p>
          <a:endParaRPr lang="en-IN"/>
        </a:p>
      </dgm:t>
    </dgm:pt>
    <dgm:pt modelId="{F8544F50-695D-4B5F-99E6-4E6F7B465FD3}" type="sibTrans" cxnId="{A7DE5F83-1916-4575-A6EA-FA1A05E67AAC}">
      <dgm:prSet/>
      <dgm:spPr/>
      <dgm:t>
        <a:bodyPr/>
        <a:lstStyle/>
        <a:p>
          <a:endParaRPr lang="en-IN"/>
        </a:p>
      </dgm:t>
    </dgm:pt>
    <dgm:pt modelId="{0FA0F2AC-DF0C-4DA8-B898-9ED78E0FBDDF}">
      <dgm:prSet custT="1"/>
      <dgm:spPr/>
      <dgm:t>
        <a:bodyPr/>
        <a:lstStyle/>
        <a:p>
          <a:r>
            <a:rPr lang="en-US" sz="1200" dirty="0">
              <a:solidFill>
                <a:schemeClr val="bg1"/>
              </a:solidFill>
            </a:rPr>
            <a:t>The Over-The-Top (OTT) to provide  and  deliver  content  has  gained   huge prominence around the world. One of the key players in the game being   Netflix,  has  changed  the way people subject themselves to entertainment</a:t>
          </a:r>
          <a:r>
            <a:rPr lang="en-US" sz="900" dirty="0">
              <a:solidFill>
                <a:schemeClr val="bg1"/>
              </a:solidFill>
            </a:rPr>
            <a:t>.</a:t>
          </a:r>
          <a:endParaRPr lang="en-IN" sz="900" dirty="0">
            <a:solidFill>
              <a:schemeClr val="bg1"/>
            </a:solidFill>
          </a:endParaRPr>
        </a:p>
      </dgm:t>
    </dgm:pt>
    <dgm:pt modelId="{5DF580ED-2AD3-4020-9B4C-90306A33BEE1}" type="parTrans" cxnId="{72905BE1-ABF2-426C-8F53-A6E0085DAA9C}">
      <dgm:prSet/>
      <dgm:spPr/>
      <dgm:t>
        <a:bodyPr/>
        <a:lstStyle/>
        <a:p>
          <a:endParaRPr lang="en-IN"/>
        </a:p>
      </dgm:t>
    </dgm:pt>
    <dgm:pt modelId="{F162DB8A-ED27-4349-9BA4-DA477C661633}" type="sibTrans" cxnId="{72905BE1-ABF2-426C-8F53-A6E0085DAA9C}">
      <dgm:prSet/>
      <dgm:spPr/>
      <dgm:t>
        <a:bodyPr/>
        <a:lstStyle/>
        <a:p>
          <a:endParaRPr lang="en-IN"/>
        </a:p>
      </dgm:t>
    </dgm:pt>
    <dgm:pt modelId="{C1AF9702-EFBA-4CAB-9068-89073D7ED772}">
      <dgm:prSet custT="1"/>
      <dgm:spPr/>
      <dgm:t>
        <a:bodyPr/>
        <a:lstStyle/>
        <a:p>
          <a:r>
            <a:rPr lang="en-US" sz="1200" dirty="0">
              <a:solidFill>
                <a:schemeClr val="bg1"/>
              </a:solidFill>
            </a:rPr>
            <a:t>The from-home-all-in-one package type subscription services that these OTT platforms has to offer had customers glued to them quite literally. All these behavioral information about large base of customers is essentially a valuable  data</a:t>
          </a:r>
          <a:r>
            <a:rPr lang="en-US" sz="1000" dirty="0">
              <a:solidFill>
                <a:schemeClr val="bg1"/>
              </a:solidFill>
            </a:rPr>
            <a:t>. </a:t>
          </a:r>
          <a:endParaRPr lang="en-IN" sz="1000" dirty="0">
            <a:solidFill>
              <a:schemeClr val="bg1"/>
            </a:solidFill>
          </a:endParaRPr>
        </a:p>
      </dgm:t>
    </dgm:pt>
    <dgm:pt modelId="{C321D924-B869-4945-BD65-8ACFC59F5664}" type="parTrans" cxnId="{B59AB185-C388-4CEB-A310-42A4624512A7}">
      <dgm:prSet/>
      <dgm:spPr/>
      <dgm:t>
        <a:bodyPr/>
        <a:lstStyle/>
        <a:p>
          <a:endParaRPr lang="en-IN"/>
        </a:p>
      </dgm:t>
    </dgm:pt>
    <dgm:pt modelId="{BD93745A-D914-4EDF-B0B9-46F25A3D80A9}" type="sibTrans" cxnId="{B59AB185-C388-4CEB-A310-42A4624512A7}">
      <dgm:prSet/>
      <dgm:spPr/>
      <dgm:t>
        <a:bodyPr/>
        <a:lstStyle/>
        <a:p>
          <a:endParaRPr lang="en-IN"/>
        </a:p>
      </dgm:t>
    </dgm:pt>
    <dgm:pt modelId="{B8C2FE0C-EBF2-4D87-AFC7-46C340C42269}" type="pres">
      <dgm:prSet presAssocID="{CA167A2E-1CCE-4FC9-89C2-E8A796CEEA14}" presName="Name0" presStyleCnt="0">
        <dgm:presLayoutVars>
          <dgm:dir/>
          <dgm:resizeHandles val="exact"/>
        </dgm:presLayoutVars>
      </dgm:prSet>
      <dgm:spPr/>
    </dgm:pt>
    <dgm:pt modelId="{181B5A01-D7E9-48A7-AB7E-00D942B9ACAA}" type="pres">
      <dgm:prSet presAssocID="{CA167A2E-1CCE-4FC9-89C2-E8A796CEEA14}" presName="arrow" presStyleLbl="bgShp" presStyleIdx="0" presStyleCnt="1"/>
      <dgm:spPr/>
    </dgm:pt>
    <dgm:pt modelId="{5C88F977-138E-4060-AFA5-F5396B6E7BBC}" type="pres">
      <dgm:prSet presAssocID="{CA167A2E-1CCE-4FC9-89C2-E8A796CEEA14}" presName="points" presStyleCnt="0"/>
      <dgm:spPr/>
    </dgm:pt>
    <dgm:pt modelId="{1C94B519-62EA-4058-9B6E-178212E5B00D}" type="pres">
      <dgm:prSet presAssocID="{DA1DFF50-3E7E-4515-BCB1-E87F1C55DC63}" presName="compositeA" presStyleCnt="0"/>
      <dgm:spPr/>
    </dgm:pt>
    <dgm:pt modelId="{313B30C2-BB20-41E3-8084-DA3614CD7A0F}" type="pres">
      <dgm:prSet presAssocID="{DA1DFF50-3E7E-4515-BCB1-E87F1C55DC63}" presName="textA" presStyleLbl="revTx" presStyleIdx="0" presStyleCnt="4" custScaleX="183344">
        <dgm:presLayoutVars>
          <dgm:bulletEnabled val="1"/>
        </dgm:presLayoutVars>
      </dgm:prSet>
      <dgm:spPr/>
    </dgm:pt>
    <dgm:pt modelId="{8479CCA9-5C7C-4249-AFA7-0AE24EE8FDE3}" type="pres">
      <dgm:prSet presAssocID="{DA1DFF50-3E7E-4515-BCB1-E87F1C55DC63}" presName="circleA" presStyleLbl="node1" presStyleIdx="0" presStyleCnt="4"/>
      <dgm:spPr/>
    </dgm:pt>
    <dgm:pt modelId="{65C05010-7618-4743-ABE4-18679255E26C}" type="pres">
      <dgm:prSet presAssocID="{DA1DFF50-3E7E-4515-BCB1-E87F1C55DC63}" presName="spaceA" presStyleCnt="0"/>
      <dgm:spPr/>
    </dgm:pt>
    <dgm:pt modelId="{2D98291E-1A9B-40EE-BC4E-E02683571213}" type="pres">
      <dgm:prSet presAssocID="{A66B120F-4EF9-44CA-AC53-157375ED83B2}" presName="space" presStyleCnt="0"/>
      <dgm:spPr/>
    </dgm:pt>
    <dgm:pt modelId="{D2160E14-F7B0-4DBA-AE57-936C5366A2B7}" type="pres">
      <dgm:prSet presAssocID="{A0A52C79-A051-4E96-BDCE-D07F43E83DB9}" presName="compositeB" presStyleCnt="0"/>
      <dgm:spPr/>
    </dgm:pt>
    <dgm:pt modelId="{E1017470-F44A-4111-A5F0-E6E11F0DF4A5}" type="pres">
      <dgm:prSet presAssocID="{A0A52C79-A051-4E96-BDCE-D07F43E83DB9}" presName="textB" presStyleLbl="revTx" presStyleIdx="1" presStyleCnt="4" custScaleX="156301" custScaleY="110584">
        <dgm:presLayoutVars>
          <dgm:bulletEnabled val="1"/>
        </dgm:presLayoutVars>
      </dgm:prSet>
      <dgm:spPr/>
    </dgm:pt>
    <dgm:pt modelId="{AD862A38-5761-4D04-98AF-A5EE1E134F1C}" type="pres">
      <dgm:prSet presAssocID="{A0A52C79-A051-4E96-BDCE-D07F43E83DB9}" presName="circleB" presStyleLbl="node1" presStyleIdx="1" presStyleCnt="4"/>
      <dgm:spPr/>
    </dgm:pt>
    <dgm:pt modelId="{260F3B9B-4B06-4EAB-8DE1-504A04EEC5D8}" type="pres">
      <dgm:prSet presAssocID="{A0A52C79-A051-4E96-BDCE-D07F43E83DB9}" presName="spaceB" presStyleCnt="0"/>
      <dgm:spPr/>
    </dgm:pt>
    <dgm:pt modelId="{C9639464-4B5C-4389-921B-BD5107C179D4}" type="pres">
      <dgm:prSet presAssocID="{F8544F50-695D-4B5F-99E6-4E6F7B465FD3}" presName="space" presStyleCnt="0"/>
      <dgm:spPr/>
    </dgm:pt>
    <dgm:pt modelId="{4640B547-47E5-4B5B-B251-4CC423C955F1}" type="pres">
      <dgm:prSet presAssocID="{0FA0F2AC-DF0C-4DA8-B898-9ED78E0FBDDF}" presName="compositeA" presStyleCnt="0"/>
      <dgm:spPr/>
    </dgm:pt>
    <dgm:pt modelId="{8BF0A837-9E51-4249-9366-56EAB61615DB}" type="pres">
      <dgm:prSet presAssocID="{0FA0F2AC-DF0C-4DA8-B898-9ED78E0FBDDF}" presName="textA" presStyleLbl="revTx" presStyleIdx="2" presStyleCnt="4" custScaleX="171786">
        <dgm:presLayoutVars>
          <dgm:bulletEnabled val="1"/>
        </dgm:presLayoutVars>
      </dgm:prSet>
      <dgm:spPr/>
    </dgm:pt>
    <dgm:pt modelId="{1D3D6F68-17C7-48D9-A588-0F594530CB7C}" type="pres">
      <dgm:prSet presAssocID="{0FA0F2AC-DF0C-4DA8-B898-9ED78E0FBDDF}" presName="circleA" presStyleLbl="node1" presStyleIdx="2" presStyleCnt="4"/>
      <dgm:spPr/>
    </dgm:pt>
    <dgm:pt modelId="{66ED13FC-5CC6-4206-8304-FB1094787276}" type="pres">
      <dgm:prSet presAssocID="{0FA0F2AC-DF0C-4DA8-B898-9ED78E0FBDDF}" presName="spaceA" presStyleCnt="0"/>
      <dgm:spPr/>
    </dgm:pt>
    <dgm:pt modelId="{461C65A3-8E04-4C37-945A-0F8E5FC17C7E}" type="pres">
      <dgm:prSet presAssocID="{F162DB8A-ED27-4349-9BA4-DA477C661633}" presName="space" presStyleCnt="0"/>
      <dgm:spPr/>
    </dgm:pt>
    <dgm:pt modelId="{085F15D7-51F5-4232-9107-7F2BCC450A68}" type="pres">
      <dgm:prSet presAssocID="{C1AF9702-EFBA-4CAB-9068-89073D7ED772}" presName="compositeB" presStyleCnt="0"/>
      <dgm:spPr/>
    </dgm:pt>
    <dgm:pt modelId="{9D8AF838-FD1F-49D4-BEAD-7132AE720C81}" type="pres">
      <dgm:prSet presAssocID="{C1AF9702-EFBA-4CAB-9068-89073D7ED772}" presName="textB" presStyleLbl="revTx" presStyleIdx="3" presStyleCnt="4" custScaleX="215379">
        <dgm:presLayoutVars>
          <dgm:bulletEnabled val="1"/>
        </dgm:presLayoutVars>
      </dgm:prSet>
      <dgm:spPr/>
    </dgm:pt>
    <dgm:pt modelId="{3B235E69-75AE-490C-9ABF-B4439C7909B8}" type="pres">
      <dgm:prSet presAssocID="{C1AF9702-EFBA-4CAB-9068-89073D7ED772}" presName="circleB" presStyleLbl="node1" presStyleIdx="3" presStyleCnt="4"/>
      <dgm:spPr/>
    </dgm:pt>
    <dgm:pt modelId="{468DF027-EA7B-478E-B1EE-20B95DCD5AAD}" type="pres">
      <dgm:prSet presAssocID="{C1AF9702-EFBA-4CAB-9068-89073D7ED772}" presName="spaceB" presStyleCnt="0"/>
      <dgm:spPr/>
    </dgm:pt>
  </dgm:ptLst>
  <dgm:cxnLst>
    <dgm:cxn modelId="{7AC8BD35-8798-4BC2-898B-4D2032887D9D}" type="presOf" srcId="{CA167A2E-1CCE-4FC9-89C2-E8A796CEEA14}" destId="{B8C2FE0C-EBF2-4D87-AFC7-46C340C42269}" srcOrd="0" destOrd="0" presId="urn:microsoft.com/office/officeart/2005/8/layout/hProcess11"/>
    <dgm:cxn modelId="{E442A046-8445-4278-81A6-A8FE5B726CD8}" type="presOf" srcId="{DA1DFF50-3E7E-4515-BCB1-E87F1C55DC63}" destId="{313B30C2-BB20-41E3-8084-DA3614CD7A0F}" srcOrd="0" destOrd="0" presId="urn:microsoft.com/office/officeart/2005/8/layout/hProcess11"/>
    <dgm:cxn modelId="{A7DE5F83-1916-4575-A6EA-FA1A05E67AAC}" srcId="{CA167A2E-1CCE-4FC9-89C2-E8A796CEEA14}" destId="{A0A52C79-A051-4E96-BDCE-D07F43E83DB9}" srcOrd="1" destOrd="0" parTransId="{36CEE747-0DA0-4DAF-A8B7-CF493B790C4E}" sibTransId="{F8544F50-695D-4B5F-99E6-4E6F7B465FD3}"/>
    <dgm:cxn modelId="{B59AB185-C388-4CEB-A310-42A4624512A7}" srcId="{CA167A2E-1CCE-4FC9-89C2-E8A796CEEA14}" destId="{C1AF9702-EFBA-4CAB-9068-89073D7ED772}" srcOrd="3" destOrd="0" parTransId="{C321D924-B869-4945-BD65-8ACFC59F5664}" sibTransId="{BD93745A-D914-4EDF-B0B9-46F25A3D80A9}"/>
    <dgm:cxn modelId="{A46AFB8D-15D2-4DEA-B500-1C4BB1335B1A}" type="presOf" srcId="{A0A52C79-A051-4E96-BDCE-D07F43E83DB9}" destId="{E1017470-F44A-4111-A5F0-E6E11F0DF4A5}" srcOrd="0" destOrd="0" presId="urn:microsoft.com/office/officeart/2005/8/layout/hProcess11"/>
    <dgm:cxn modelId="{20F8B7A1-4C95-434E-B7D8-70F9A48EA03A}" type="presOf" srcId="{0FA0F2AC-DF0C-4DA8-B898-9ED78E0FBDDF}" destId="{8BF0A837-9E51-4249-9366-56EAB61615DB}" srcOrd="0" destOrd="0" presId="urn:microsoft.com/office/officeart/2005/8/layout/hProcess11"/>
    <dgm:cxn modelId="{93A1CED2-2929-4C39-9871-982223204A33}" type="presOf" srcId="{C1AF9702-EFBA-4CAB-9068-89073D7ED772}" destId="{9D8AF838-FD1F-49D4-BEAD-7132AE720C81}" srcOrd="0" destOrd="0" presId="urn:microsoft.com/office/officeart/2005/8/layout/hProcess11"/>
    <dgm:cxn modelId="{C43165DD-F508-46C8-A4D0-551875CCB691}" srcId="{CA167A2E-1CCE-4FC9-89C2-E8A796CEEA14}" destId="{DA1DFF50-3E7E-4515-BCB1-E87F1C55DC63}" srcOrd="0" destOrd="0" parTransId="{22A8123D-7EA0-4D39-9D8D-BFC45A8A3B34}" sibTransId="{A66B120F-4EF9-44CA-AC53-157375ED83B2}"/>
    <dgm:cxn modelId="{72905BE1-ABF2-426C-8F53-A6E0085DAA9C}" srcId="{CA167A2E-1CCE-4FC9-89C2-E8A796CEEA14}" destId="{0FA0F2AC-DF0C-4DA8-B898-9ED78E0FBDDF}" srcOrd="2" destOrd="0" parTransId="{5DF580ED-2AD3-4020-9B4C-90306A33BEE1}" sibTransId="{F162DB8A-ED27-4349-9BA4-DA477C661633}"/>
    <dgm:cxn modelId="{F608CC05-16FD-449F-91A0-140C9D41110D}" type="presParOf" srcId="{B8C2FE0C-EBF2-4D87-AFC7-46C340C42269}" destId="{181B5A01-D7E9-48A7-AB7E-00D942B9ACAA}" srcOrd="0" destOrd="0" presId="urn:microsoft.com/office/officeart/2005/8/layout/hProcess11"/>
    <dgm:cxn modelId="{BC3DA923-E0B2-4FFF-A84C-159AD1F52D38}" type="presParOf" srcId="{B8C2FE0C-EBF2-4D87-AFC7-46C340C42269}" destId="{5C88F977-138E-4060-AFA5-F5396B6E7BBC}" srcOrd="1" destOrd="0" presId="urn:microsoft.com/office/officeart/2005/8/layout/hProcess11"/>
    <dgm:cxn modelId="{71AE15DF-50AB-4C21-87D3-6C3CC1E6A2D6}" type="presParOf" srcId="{5C88F977-138E-4060-AFA5-F5396B6E7BBC}" destId="{1C94B519-62EA-4058-9B6E-178212E5B00D}" srcOrd="0" destOrd="0" presId="urn:microsoft.com/office/officeart/2005/8/layout/hProcess11"/>
    <dgm:cxn modelId="{77637503-A5C1-4258-9B0D-D79BD7D53E7E}" type="presParOf" srcId="{1C94B519-62EA-4058-9B6E-178212E5B00D}" destId="{313B30C2-BB20-41E3-8084-DA3614CD7A0F}" srcOrd="0" destOrd="0" presId="urn:microsoft.com/office/officeart/2005/8/layout/hProcess11"/>
    <dgm:cxn modelId="{020A2C2C-1CF6-46DC-B924-8EAF09167620}" type="presParOf" srcId="{1C94B519-62EA-4058-9B6E-178212E5B00D}" destId="{8479CCA9-5C7C-4249-AFA7-0AE24EE8FDE3}" srcOrd="1" destOrd="0" presId="urn:microsoft.com/office/officeart/2005/8/layout/hProcess11"/>
    <dgm:cxn modelId="{CA8CB091-1B75-43BA-BA5B-EC4E4D87905E}" type="presParOf" srcId="{1C94B519-62EA-4058-9B6E-178212E5B00D}" destId="{65C05010-7618-4743-ABE4-18679255E26C}" srcOrd="2" destOrd="0" presId="urn:microsoft.com/office/officeart/2005/8/layout/hProcess11"/>
    <dgm:cxn modelId="{2F114D27-87FB-48E2-95DA-D3A851F75D12}" type="presParOf" srcId="{5C88F977-138E-4060-AFA5-F5396B6E7BBC}" destId="{2D98291E-1A9B-40EE-BC4E-E02683571213}" srcOrd="1" destOrd="0" presId="urn:microsoft.com/office/officeart/2005/8/layout/hProcess11"/>
    <dgm:cxn modelId="{8FFD6C55-7B52-43C7-A908-7ADA117B8E1F}" type="presParOf" srcId="{5C88F977-138E-4060-AFA5-F5396B6E7BBC}" destId="{D2160E14-F7B0-4DBA-AE57-936C5366A2B7}" srcOrd="2" destOrd="0" presId="urn:microsoft.com/office/officeart/2005/8/layout/hProcess11"/>
    <dgm:cxn modelId="{BAF5341B-0BC6-4FF1-A765-359BA0C6F88D}" type="presParOf" srcId="{D2160E14-F7B0-4DBA-AE57-936C5366A2B7}" destId="{E1017470-F44A-4111-A5F0-E6E11F0DF4A5}" srcOrd="0" destOrd="0" presId="urn:microsoft.com/office/officeart/2005/8/layout/hProcess11"/>
    <dgm:cxn modelId="{DAC72F2A-9173-4AD6-804E-436CFF28E251}" type="presParOf" srcId="{D2160E14-F7B0-4DBA-AE57-936C5366A2B7}" destId="{AD862A38-5761-4D04-98AF-A5EE1E134F1C}" srcOrd="1" destOrd="0" presId="urn:microsoft.com/office/officeart/2005/8/layout/hProcess11"/>
    <dgm:cxn modelId="{22DBE81F-6DD4-4956-A64C-B96C90D4D1DA}" type="presParOf" srcId="{D2160E14-F7B0-4DBA-AE57-936C5366A2B7}" destId="{260F3B9B-4B06-4EAB-8DE1-504A04EEC5D8}" srcOrd="2" destOrd="0" presId="urn:microsoft.com/office/officeart/2005/8/layout/hProcess11"/>
    <dgm:cxn modelId="{89857A1F-BD5D-44F9-A172-7128F856B472}" type="presParOf" srcId="{5C88F977-138E-4060-AFA5-F5396B6E7BBC}" destId="{C9639464-4B5C-4389-921B-BD5107C179D4}" srcOrd="3" destOrd="0" presId="urn:microsoft.com/office/officeart/2005/8/layout/hProcess11"/>
    <dgm:cxn modelId="{EC30B985-35E2-4037-8294-E280E0E5B0CB}" type="presParOf" srcId="{5C88F977-138E-4060-AFA5-F5396B6E7BBC}" destId="{4640B547-47E5-4B5B-B251-4CC423C955F1}" srcOrd="4" destOrd="0" presId="urn:microsoft.com/office/officeart/2005/8/layout/hProcess11"/>
    <dgm:cxn modelId="{236A7A27-821A-43DA-A432-C12AFC33562D}" type="presParOf" srcId="{4640B547-47E5-4B5B-B251-4CC423C955F1}" destId="{8BF0A837-9E51-4249-9366-56EAB61615DB}" srcOrd="0" destOrd="0" presId="urn:microsoft.com/office/officeart/2005/8/layout/hProcess11"/>
    <dgm:cxn modelId="{7D19A0A7-E241-4E79-ACFB-EB94F646330E}" type="presParOf" srcId="{4640B547-47E5-4B5B-B251-4CC423C955F1}" destId="{1D3D6F68-17C7-48D9-A588-0F594530CB7C}" srcOrd="1" destOrd="0" presId="urn:microsoft.com/office/officeart/2005/8/layout/hProcess11"/>
    <dgm:cxn modelId="{B674C8E8-780A-4298-9F30-E78EEAFF508E}" type="presParOf" srcId="{4640B547-47E5-4B5B-B251-4CC423C955F1}" destId="{66ED13FC-5CC6-4206-8304-FB1094787276}" srcOrd="2" destOrd="0" presId="urn:microsoft.com/office/officeart/2005/8/layout/hProcess11"/>
    <dgm:cxn modelId="{EA82BA02-D8D3-4A04-BDD4-C942D9503261}" type="presParOf" srcId="{5C88F977-138E-4060-AFA5-F5396B6E7BBC}" destId="{461C65A3-8E04-4C37-945A-0F8E5FC17C7E}" srcOrd="5" destOrd="0" presId="urn:microsoft.com/office/officeart/2005/8/layout/hProcess11"/>
    <dgm:cxn modelId="{D3FFEAD0-5884-46B2-87A6-AA45BAFA1715}" type="presParOf" srcId="{5C88F977-138E-4060-AFA5-F5396B6E7BBC}" destId="{085F15D7-51F5-4232-9107-7F2BCC450A68}" srcOrd="6" destOrd="0" presId="urn:microsoft.com/office/officeart/2005/8/layout/hProcess11"/>
    <dgm:cxn modelId="{64F4F169-89A9-47F1-89E3-7A10BE1FA18E}" type="presParOf" srcId="{085F15D7-51F5-4232-9107-7F2BCC450A68}" destId="{9D8AF838-FD1F-49D4-BEAD-7132AE720C81}" srcOrd="0" destOrd="0" presId="urn:microsoft.com/office/officeart/2005/8/layout/hProcess11"/>
    <dgm:cxn modelId="{A948B6D3-A9A1-4B44-BC50-ABE9EC7F5195}" type="presParOf" srcId="{085F15D7-51F5-4232-9107-7F2BCC450A68}" destId="{3B235E69-75AE-490C-9ABF-B4439C7909B8}" srcOrd="1" destOrd="0" presId="urn:microsoft.com/office/officeart/2005/8/layout/hProcess11"/>
    <dgm:cxn modelId="{96E1CAA2-9991-45D4-B9E6-B61468EA39FF}" type="presParOf" srcId="{085F15D7-51F5-4232-9107-7F2BCC450A68}" destId="{468DF027-EA7B-478E-B1EE-20B95DCD5AAD}" srcOrd="2" destOrd="0" presId="urn:microsoft.com/office/officeart/2005/8/layout/hProcess1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B00C1D9-1B20-4E7F-A6FA-0C0452397F90}">
      <dsp:nvSpPr>
        <dsp:cNvPr id="0" name=""/>
        <dsp:cNvSpPr/>
      </dsp:nvSpPr>
      <dsp:spPr>
        <a:xfrm>
          <a:off x="4129" y="706563"/>
          <a:ext cx="2236089" cy="1341653"/>
        </a:xfrm>
        <a:prstGeom prst="rect">
          <a:avLst/>
        </a:prstGeom>
        <a:no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Provide users with personalized movie and TV show recommendations</a:t>
          </a:r>
          <a:endParaRPr lang="en-IN" sz="2000" kern="1200" dirty="0"/>
        </a:p>
      </dsp:txBody>
      <dsp:txXfrm>
        <a:off x="4129" y="706563"/>
        <a:ext cx="2236089" cy="1341653"/>
      </dsp:txXfrm>
    </dsp:sp>
    <dsp:sp modelId="{A5F90C1F-0F41-4E85-9840-D941FCDABB45}">
      <dsp:nvSpPr>
        <dsp:cNvPr id="0" name=""/>
        <dsp:cNvSpPr/>
      </dsp:nvSpPr>
      <dsp:spPr>
        <a:xfrm>
          <a:off x="2463828" y="706563"/>
          <a:ext cx="2236089" cy="1341653"/>
        </a:xfrm>
        <a:prstGeom prst="rect">
          <a:avLst/>
        </a:prstGeom>
        <a:no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Predict the popularity </a:t>
          </a:r>
          <a:r>
            <a:rPr lang="en-US" sz="1800" kern="1200" dirty="0">
              <a:solidFill>
                <a:prstClr val="white"/>
              </a:solidFill>
              <a:latin typeface="Calibri" panose="020F0502020204030204"/>
              <a:ea typeface="+mn-ea"/>
              <a:cs typeface="+mn-cs"/>
            </a:rPr>
            <a:t>of original content </a:t>
          </a:r>
          <a:r>
            <a:rPr lang="en-US" sz="1800" kern="1200" dirty="0"/>
            <a:t>to before it greenlights it (or not)</a:t>
          </a:r>
          <a:endParaRPr lang="en-IN" sz="1800" kern="1200" dirty="0"/>
        </a:p>
      </dsp:txBody>
      <dsp:txXfrm>
        <a:off x="2463828" y="706563"/>
        <a:ext cx="2236089" cy="1341653"/>
      </dsp:txXfrm>
    </dsp:sp>
    <dsp:sp modelId="{B503CAC5-C076-4A6B-B460-68D06952E491}">
      <dsp:nvSpPr>
        <dsp:cNvPr id="0" name=""/>
        <dsp:cNvSpPr/>
      </dsp:nvSpPr>
      <dsp:spPr>
        <a:xfrm>
          <a:off x="4923527" y="706563"/>
          <a:ext cx="2236089" cy="1341653"/>
        </a:xfrm>
        <a:prstGeom prst="rect">
          <a:avLst/>
        </a:prstGeom>
        <a:no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Personalize marketing content such as trailers and thumbnail images</a:t>
          </a:r>
          <a:endParaRPr lang="en-IN" sz="2000" kern="1200" dirty="0"/>
        </a:p>
      </dsp:txBody>
      <dsp:txXfrm>
        <a:off x="4923527" y="706563"/>
        <a:ext cx="2236089" cy="1341653"/>
      </dsp:txXfrm>
    </dsp:sp>
    <dsp:sp modelId="{E7C8CD90-528A-489F-82E5-7E84D8C6F92C}">
      <dsp:nvSpPr>
        <dsp:cNvPr id="0" name=""/>
        <dsp:cNvSpPr/>
      </dsp:nvSpPr>
      <dsp:spPr>
        <a:xfrm>
          <a:off x="7383225" y="706563"/>
          <a:ext cx="2236089" cy="1341653"/>
        </a:xfrm>
        <a:prstGeom prst="rect">
          <a:avLst/>
        </a:prstGeom>
        <a:no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t>Optimize production planning</a:t>
          </a:r>
          <a:endParaRPr lang="en-IN" sz="2000" kern="1200"/>
        </a:p>
      </dsp:txBody>
      <dsp:txXfrm>
        <a:off x="7383225" y="706563"/>
        <a:ext cx="2236089" cy="1341653"/>
      </dsp:txXfrm>
    </dsp:sp>
    <dsp:sp modelId="{A1A11137-0C11-414E-9EA7-72D14667573A}">
      <dsp:nvSpPr>
        <dsp:cNvPr id="0" name=""/>
        <dsp:cNvSpPr/>
      </dsp:nvSpPr>
      <dsp:spPr>
        <a:xfrm>
          <a:off x="9842924" y="706563"/>
          <a:ext cx="2236089" cy="1341653"/>
        </a:xfrm>
        <a:prstGeom prst="rect">
          <a:avLst/>
        </a:prstGeom>
        <a:no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 Enhance general technical and business decision making</a:t>
          </a:r>
          <a:endParaRPr lang="en-IN" sz="2000" kern="1200" dirty="0"/>
        </a:p>
      </dsp:txBody>
      <dsp:txXfrm>
        <a:off x="9842924" y="706563"/>
        <a:ext cx="2236089" cy="134165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84E94DA-3542-45C6-945D-D9E4AAC6FBA3}">
      <dsp:nvSpPr>
        <dsp:cNvPr id="0" name=""/>
        <dsp:cNvSpPr/>
      </dsp:nvSpPr>
      <dsp:spPr>
        <a:xfrm>
          <a:off x="5083629" y="1633433"/>
          <a:ext cx="1974808" cy="685470"/>
        </a:xfrm>
        <a:custGeom>
          <a:avLst/>
          <a:gdLst/>
          <a:ahLst/>
          <a:cxnLst/>
          <a:rect l="0" t="0" r="0" b="0"/>
          <a:pathLst>
            <a:path>
              <a:moveTo>
                <a:pt x="0" y="0"/>
              </a:moveTo>
              <a:lnTo>
                <a:pt x="0" y="342735"/>
              </a:lnTo>
              <a:lnTo>
                <a:pt x="1974808" y="342735"/>
              </a:lnTo>
              <a:lnTo>
                <a:pt x="1974808" y="685470"/>
              </a:lnTo>
            </a:path>
          </a:pathLst>
        </a:custGeom>
        <a:noFill/>
        <a:ln w="38100" cap="flat" cmpd="sng" algn="ctr">
          <a:solidFill>
            <a:scrgbClr r="0" g="0" b="0"/>
          </a:solidFill>
          <a:prstDash val="solid"/>
          <a:miter lim="800000"/>
        </a:ln>
        <a:effectLst>
          <a:glow rad="228600">
            <a:schemeClr val="accent3">
              <a:satMod val="175000"/>
              <a:alpha val="40000"/>
            </a:schemeClr>
          </a:glow>
        </a:effectLst>
      </dsp:spPr>
      <dsp:style>
        <a:lnRef idx="2">
          <a:scrgbClr r="0" g="0" b="0"/>
        </a:lnRef>
        <a:fillRef idx="0">
          <a:scrgbClr r="0" g="0" b="0"/>
        </a:fillRef>
        <a:effectRef idx="0">
          <a:scrgbClr r="0" g="0" b="0"/>
        </a:effectRef>
        <a:fontRef idx="minor"/>
      </dsp:style>
    </dsp:sp>
    <dsp:sp modelId="{96EAA82A-5101-46A0-BFA6-267374363E07}">
      <dsp:nvSpPr>
        <dsp:cNvPr id="0" name=""/>
        <dsp:cNvSpPr/>
      </dsp:nvSpPr>
      <dsp:spPr>
        <a:xfrm>
          <a:off x="3108820" y="1633433"/>
          <a:ext cx="1974808" cy="685470"/>
        </a:xfrm>
        <a:custGeom>
          <a:avLst/>
          <a:gdLst/>
          <a:ahLst/>
          <a:cxnLst/>
          <a:rect l="0" t="0" r="0" b="0"/>
          <a:pathLst>
            <a:path>
              <a:moveTo>
                <a:pt x="1974808" y="0"/>
              </a:moveTo>
              <a:lnTo>
                <a:pt x="1974808" y="342735"/>
              </a:lnTo>
              <a:lnTo>
                <a:pt x="0" y="342735"/>
              </a:lnTo>
              <a:lnTo>
                <a:pt x="0" y="685470"/>
              </a:lnTo>
            </a:path>
          </a:pathLst>
        </a:custGeom>
        <a:noFill/>
        <a:ln w="38100" cap="flat" cmpd="sng" algn="ctr">
          <a:solidFill>
            <a:scrgbClr r="0" g="0" b="0"/>
          </a:solidFill>
          <a:prstDash val="solid"/>
          <a:miter lim="800000"/>
        </a:ln>
        <a:effectLst>
          <a:glow rad="228600">
            <a:schemeClr val="accent3">
              <a:satMod val="175000"/>
              <a:alpha val="40000"/>
            </a:schemeClr>
          </a:glow>
        </a:effectLst>
      </dsp:spPr>
      <dsp:style>
        <a:lnRef idx="2">
          <a:scrgbClr r="0" g="0" b="0"/>
        </a:lnRef>
        <a:fillRef idx="0">
          <a:scrgbClr r="0" g="0" b="0"/>
        </a:fillRef>
        <a:effectRef idx="0">
          <a:scrgbClr r="0" g="0" b="0"/>
        </a:effectRef>
        <a:fontRef idx="minor"/>
      </dsp:style>
    </dsp:sp>
    <dsp:sp modelId="{8CB16355-4231-4E9B-A819-E34F499510C9}">
      <dsp:nvSpPr>
        <dsp:cNvPr id="0" name=""/>
        <dsp:cNvSpPr/>
      </dsp:nvSpPr>
      <dsp:spPr>
        <a:xfrm>
          <a:off x="1426022" y="1359"/>
          <a:ext cx="7315213" cy="1632073"/>
        </a:xfrm>
        <a:prstGeom prst="rect">
          <a:avLst/>
        </a:prstGeom>
        <a:solidFill>
          <a:schemeClr val="bg2">
            <a:lumMod val="25000"/>
            <a:alpha val="79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Baskerville Old Face" panose="02020602080505020303" pitchFamily="18" charset="0"/>
            </a:rPr>
            <a:t>Data analysis is hence known to be a scientific process solely focused on the data as its subject. It begins with retrieving data from various external-cum-internal sources and then performing intrinsic analysis with the data in order to discover and obtain beneficial information catering the needs of an entity. Based on the nature  and characteristic of  data Fundamentally, there  are  two  primary  methods  for  data analysis  </a:t>
          </a:r>
          <a:endParaRPr lang="en-IN" sz="2000" kern="1200" dirty="0">
            <a:latin typeface="Baskerville Old Face" panose="02020602080505020303" pitchFamily="18" charset="0"/>
          </a:endParaRPr>
        </a:p>
      </dsp:txBody>
      <dsp:txXfrm>
        <a:off x="1426022" y="1359"/>
        <a:ext cx="7315213" cy="1632073"/>
      </dsp:txXfrm>
    </dsp:sp>
    <dsp:sp modelId="{D2685312-7453-4ECB-BCAC-EEBFADEE94C3}">
      <dsp:nvSpPr>
        <dsp:cNvPr id="0" name=""/>
        <dsp:cNvSpPr/>
      </dsp:nvSpPr>
      <dsp:spPr>
        <a:xfrm>
          <a:off x="1476747" y="2318903"/>
          <a:ext cx="3264146" cy="1632073"/>
        </a:xfrm>
        <a:prstGeom prst="rect">
          <a:avLst/>
        </a:prstGeom>
        <a:solidFill>
          <a:schemeClr val="bg2">
            <a:lumMod val="25000"/>
            <a:alpha val="79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 qualitative  data  analysis </a:t>
          </a:r>
          <a:endParaRPr lang="en-IN" sz="2000" kern="1200" dirty="0"/>
        </a:p>
      </dsp:txBody>
      <dsp:txXfrm>
        <a:off x="1476747" y="2318903"/>
        <a:ext cx="3264146" cy="1632073"/>
      </dsp:txXfrm>
    </dsp:sp>
    <dsp:sp modelId="{CDF91C92-4266-43AF-AD0E-8197C2342618}">
      <dsp:nvSpPr>
        <dsp:cNvPr id="0" name=""/>
        <dsp:cNvSpPr/>
      </dsp:nvSpPr>
      <dsp:spPr>
        <a:xfrm>
          <a:off x="5426364" y="2318903"/>
          <a:ext cx="3264146" cy="1632073"/>
        </a:xfrm>
        <a:prstGeom prst="rect">
          <a:avLst/>
        </a:prstGeom>
        <a:solidFill>
          <a:schemeClr val="bg2">
            <a:lumMod val="25000"/>
            <a:alpha val="79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a:t>quantitative data analysis </a:t>
          </a:r>
          <a:endParaRPr lang="en-IN" sz="2000" kern="1200"/>
        </a:p>
      </dsp:txBody>
      <dsp:txXfrm>
        <a:off x="5426364" y="2318903"/>
        <a:ext cx="3264146" cy="163207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81B5A01-D7E9-48A7-AB7E-00D942B9ACAA}">
      <dsp:nvSpPr>
        <dsp:cNvPr id="0" name=""/>
        <dsp:cNvSpPr/>
      </dsp:nvSpPr>
      <dsp:spPr>
        <a:xfrm>
          <a:off x="0" y="963385"/>
          <a:ext cx="10232571" cy="1284514"/>
        </a:xfrm>
        <a:prstGeom prst="notched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13B30C2-BB20-41E3-8084-DA3614CD7A0F}">
      <dsp:nvSpPr>
        <dsp:cNvPr id="0" name=""/>
        <dsp:cNvSpPr/>
      </dsp:nvSpPr>
      <dsp:spPr>
        <a:xfrm>
          <a:off x="5854" y="0"/>
          <a:ext cx="2273258" cy="12845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344" tIns="85344" rIns="85344" bIns="85344" numCol="1" spcCol="1270" anchor="b" anchorCtr="0">
          <a:noAutofit/>
        </a:bodyPr>
        <a:lstStyle/>
        <a:p>
          <a:pPr marL="0" lvl="0" indent="0" algn="ctr" defTabSz="533400">
            <a:lnSpc>
              <a:spcPct val="90000"/>
            </a:lnSpc>
            <a:spcBef>
              <a:spcPct val="0"/>
            </a:spcBef>
            <a:spcAft>
              <a:spcPct val="35000"/>
            </a:spcAft>
            <a:buNone/>
          </a:pPr>
          <a:r>
            <a:rPr lang="en-US" sz="1200" kern="1200" dirty="0">
              <a:solidFill>
                <a:schemeClr val="bg1"/>
              </a:solidFill>
            </a:rPr>
            <a:t>The fact that there is a constant need for intelligent solutions  with data  as  inputs  cannot  be neglected. Due to these changes, we have witnessed a paradigm shifts in almost every single field around the world</a:t>
          </a:r>
          <a:r>
            <a:rPr lang="en-US" sz="1200" kern="1200" dirty="0"/>
            <a:t>.</a:t>
          </a:r>
          <a:endParaRPr lang="en-IN" sz="1200" kern="1200" dirty="0"/>
        </a:p>
      </dsp:txBody>
      <dsp:txXfrm>
        <a:off x="5854" y="0"/>
        <a:ext cx="2273258" cy="1284514"/>
      </dsp:txXfrm>
    </dsp:sp>
    <dsp:sp modelId="{8479CCA9-5C7C-4249-AFA7-0AE24EE8FDE3}">
      <dsp:nvSpPr>
        <dsp:cNvPr id="0" name=""/>
        <dsp:cNvSpPr/>
      </dsp:nvSpPr>
      <dsp:spPr>
        <a:xfrm>
          <a:off x="981919" y="1445078"/>
          <a:ext cx="321128" cy="321128"/>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1017470-F44A-4111-A5F0-E6E11F0DF4A5}">
      <dsp:nvSpPr>
        <dsp:cNvPr id="0" name=""/>
        <dsp:cNvSpPr/>
      </dsp:nvSpPr>
      <dsp:spPr>
        <a:xfrm>
          <a:off x="2341106" y="1824806"/>
          <a:ext cx="1937955" cy="14204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t" anchorCtr="0">
          <a:noAutofit/>
        </a:bodyPr>
        <a:lstStyle/>
        <a:p>
          <a:pPr marL="0" lvl="0" indent="0" algn="ctr" defTabSz="622300">
            <a:lnSpc>
              <a:spcPct val="90000"/>
            </a:lnSpc>
            <a:spcBef>
              <a:spcPct val="0"/>
            </a:spcBef>
            <a:spcAft>
              <a:spcPct val="35000"/>
            </a:spcAft>
            <a:buNone/>
          </a:pPr>
          <a:r>
            <a:rPr lang="en-US" sz="1400" kern="1200" dirty="0">
              <a:solidFill>
                <a:schemeClr val="bg1"/>
              </a:solidFill>
            </a:rPr>
            <a:t>One such field  is  the  entertainment  industry  that had a rapid transposition as the industry soon began to  adopt  virtual methods for releasing its content. </a:t>
          </a:r>
          <a:endParaRPr lang="en-IN" sz="1000" kern="1200" dirty="0">
            <a:solidFill>
              <a:schemeClr val="bg1"/>
            </a:solidFill>
          </a:endParaRPr>
        </a:p>
      </dsp:txBody>
      <dsp:txXfrm>
        <a:off x="2341106" y="1824806"/>
        <a:ext cx="1937955" cy="1420467"/>
      </dsp:txXfrm>
    </dsp:sp>
    <dsp:sp modelId="{AD862A38-5761-4D04-98AF-A5EE1E134F1C}">
      <dsp:nvSpPr>
        <dsp:cNvPr id="0" name=""/>
        <dsp:cNvSpPr/>
      </dsp:nvSpPr>
      <dsp:spPr>
        <a:xfrm>
          <a:off x="3149520" y="1411090"/>
          <a:ext cx="321128" cy="321128"/>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BF0A837-9E51-4249-9366-56EAB61615DB}">
      <dsp:nvSpPr>
        <dsp:cNvPr id="0" name=""/>
        <dsp:cNvSpPr/>
      </dsp:nvSpPr>
      <dsp:spPr>
        <a:xfrm>
          <a:off x="4341056" y="0"/>
          <a:ext cx="2129952" cy="12845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344" tIns="85344" rIns="85344" bIns="85344" numCol="1" spcCol="1270" anchor="b" anchorCtr="0">
          <a:noAutofit/>
        </a:bodyPr>
        <a:lstStyle/>
        <a:p>
          <a:pPr marL="0" lvl="0" indent="0" algn="ctr" defTabSz="533400">
            <a:lnSpc>
              <a:spcPct val="90000"/>
            </a:lnSpc>
            <a:spcBef>
              <a:spcPct val="0"/>
            </a:spcBef>
            <a:spcAft>
              <a:spcPct val="35000"/>
            </a:spcAft>
            <a:buNone/>
          </a:pPr>
          <a:r>
            <a:rPr lang="en-US" sz="1200" kern="1200" dirty="0">
              <a:solidFill>
                <a:schemeClr val="bg1"/>
              </a:solidFill>
            </a:rPr>
            <a:t>The Over-The-Top (OTT) to provide  and  deliver  content  has  gained   huge prominence around the world. One of the key players in the game being   Netflix,  has  changed  the way people subject themselves to entertainment</a:t>
          </a:r>
          <a:r>
            <a:rPr lang="en-US" sz="900" kern="1200" dirty="0">
              <a:solidFill>
                <a:schemeClr val="bg1"/>
              </a:solidFill>
            </a:rPr>
            <a:t>.</a:t>
          </a:r>
          <a:endParaRPr lang="en-IN" sz="900" kern="1200" dirty="0">
            <a:solidFill>
              <a:schemeClr val="bg1"/>
            </a:solidFill>
          </a:endParaRPr>
        </a:p>
      </dsp:txBody>
      <dsp:txXfrm>
        <a:off x="4341056" y="0"/>
        <a:ext cx="2129952" cy="1284514"/>
      </dsp:txXfrm>
    </dsp:sp>
    <dsp:sp modelId="{1D3D6F68-17C7-48D9-A588-0F594530CB7C}">
      <dsp:nvSpPr>
        <dsp:cNvPr id="0" name=""/>
        <dsp:cNvSpPr/>
      </dsp:nvSpPr>
      <dsp:spPr>
        <a:xfrm>
          <a:off x="5245468" y="1445078"/>
          <a:ext cx="321128" cy="321128"/>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D8AF838-FD1F-49D4-BEAD-7132AE720C81}">
      <dsp:nvSpPr>
        <dsp:cNvPr id="0" name=""/>
        <dsp:cNvSpPr/>
      </dsp:nvSpPr>
      <dsp:spPr>
        <a:xfrm>
          <a:off x="6533003" y="1926771"/>
          <a:ext cx="2670456" cy="12845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344" tIns="85344" rIns="85344" bIns="85344" numCol="1" spcCol="1270" anchor="t" anchorCtr="0">
          <a:noAutofit/>
        </a:bodyPr>
        <a:lstStyle/>
        <a:p>
          <a:pPr marL="0" lvl="0" indent="0" algn="ctr" defTabSz="533400">
            <a:lnSpc>
              <a:spcPct val="90000"/>
            </a:lnSpc>
            <a:spcBef>
              <a:spcPct val="0"/>
            </a:spcBef>
            <a:spcAft>
              <a:spcPct val="35000"/>
            </a:spcAft>
            <a:buNone/>
          </a:pPr>
          <a:r>
            <a:rPr lang="en-US" sz="1200" kern="1200" dirty="0">
              <a:solidFill>
                <a:schemeClr val="bg1"/>
              </a:solidFill>
            </a:rPr>
            <a:t>The from-home-all-in-one package type subscription services that these OTT platforms has to offer had customers glued to them quite literally. All these behavioral information about large base of customers is essentially a valuable  data</a:t>
          </a:r>
          <a:r>
            <a:rPr lang="en-US" sz="1000" kern="1200" dirty="0">
              <a:solidFill>
                <a:schemeClr val="bg1"/>
              </a:solidFill>
            </a:rPr>
            <a:t>. </a:t>
          </a:r>
          <a:endParaRPr lang="en-IN" sz="1000" kern="1200" dirty="0">
            <a:solidFill>
              <a:schemeClr val="bg1"/>
            </a:solidFill>
          </a:endParaRPr>
        </a:p>
      </dsp:txBody>
      <dsp:txXfrm>
        <a:off x="6533003" y="1926771"/>
        <a:ext cx="2670456" cy="1284514"/>
      </dsp:txXfrm>
    </dsp:sp>
    <dsp:sp modelId="{3B235E69-75AE-490C-9ABF-B4439C7909B8}">
      <dsp:nvSpPr>
        <dsp:cNvPr id="0" name=""/>
        <dsp:cNvSpPr/>
      </dsp:nvSpPr>
      <dsp:spPr>
        <a:xfrm>
          <a:off x="7707667" y="1445078"/>
          <a:ext cx="321128" cy="321128"/>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Process11">
  <dgm:title val=""/>
  <dgm:desc val=""/>
  <dgm:catLst>
    <dgm:cat type="process" pri="8000"/>
    <dgm:cat type="convert" pri="14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hoose name="Name1">
      <dgm:if name="Name2" func="var" arg="dir" op="equ" val="norm">
        <dgm:constrLst>
          <dgm:constr type="w" for="ch" forName="arrow" refType="w"/>
          <dgm:constr type="h" for="ch" forName="arrow" refType="h" fact="0.4"/>
          <dgm:constr type="ctrY" for="ch" forName="arrow" refType="h" fact="0.5"/>
          <dgm:constr type="l" for="ch" forName="arrow"/>
          <dgm:constr type="w" for="ch" forName="points" refType="w" fact="0.9"/>
          <dgm:constr type="h" for="ch" forName="points" refType="h"/>
          <dgm:constr type="t" for="ch" forName="points"/>
          <dgm:constr type="l" for="ch" forName="points"/>
        </dgm:constrLst>
      </dgm:if>
      <dgm:else name="Name3">
        <dgm:constrLst>
          <dgm:constr type="w" for="ch" forName="arrow" refType="w"/>
          <dgm:constr type="h" for="ch" forName="arrow" refType="h" fact="0.4"/>
          <dgm:constr type="ctrY" for="ch" forName="arrow" refType="h" fact="0.5"/>
          <dgm:constr type="r" for="ch" forName="arrow" refType="w"/>
          <dgm:constr type="w" for="ch" forName="points" refType="w" fact="0.9"/>
          <dgm:constr type="h" for="ch" forName="points" refType="h"/>
          <dgm:constr type="t" for="ch" forName="points"/>
          <dgm:constr type="r" for="ch" forName="points" refType="w"/>
        </dgm:constrLst>
      </dgm:else>
    </dgm:choose>
    <dgm:ruleLst/>
    <dgm:layoutNode name="arrow" styleLbl="bgShp">
      <dgm:alg type="sp"/>
      <dgm:choose name="Name4">
        <dgm:if name="Name5" func="var" arg="dir" op="equ" val="norm">
          <dgm:shape xmlns:r="http://schemas.openxmlformats.org/officeDocument/2006/relationships" type="notchedRightArrow" r:blip="">
            <dgm:adjLst/>
          </dgm:shape>
        </dgm:if>
        <dgm:else name="Name6">
          <dgm:shape xmlns:r="http://schemas.openxmlformats.org/officeDocument/2006/relationships" rot="180" type="notchedRightArrow" r:blip="">
            <dgm:adjLst/>
          </dgm:shape>
        </dgm:else>
      </dgm:choose>
      <dgm:presOf/>
      <dgm:constrLst/>
      <dgm:ruleLst/>
    </dgm:layoutNode>
    <dgm:layoutNode name="points">
      <dgm:choose name="Name7">
        <dgm:if name="Name8" func="var" arg="dir" op="equ" val="norm">
          <dgm:alg type="lin">
            <dgm:param type="linDir" val="fromL"/>
          </dgm:alg>
        </dgm:if>
        <dgm:else name="Name9">
          <dgm:alg type="lin">
            <dgm:param type="linDir" val="fromR"/>
          </dgm:alg>
        </dgm:else>
      </dgm:choose>
      <dgm:shape xmlns:r="http://schemas.openxmlformats.org/officeDocument/2006/relationships" r:blip="">
        <dgm:adjLst/>
      </dgm:shape>
      <dgm:presOf/>
      <dgm:constrLst>
        <dgm:constr type="w" for="ch" forName="compositeA" refType="w"/>
        <dgm:constr type="h" for="ch" forName="compositeA" refType="h"/>
        <dgm:constr type="w" for="ch" forName="compositeB" refType="w" refFor="ch" refForName="compositeA" op="equ"/>
        <dgm:constr type="h" for="ch" forName="compositeB" refType="h" refFor="ch" refForName="compositeA" op="equ"/>
        <dgm:constr type="primFontSz" for="des" ptType="node" op="equ" val="65"/>
        <dgm:constr type="w" for="ch" forName="space" refType="w" refFor="ch" refForName="compositeA" op="equ" fact="0.05"/>
      </dgm:constrLst>
      <dgm:ruleLst/>
      <dgm:forEach name="Name10" axis="ch" ptType="node">
        <dgm:choose name="Name11">
          <dgm:if name="Name12" axis="self" ptType="node" func="posOdd" op="equ" val="1">
            <dgm:layoutNode name="compositeA">
              <dgm:alg type="composite"/>
              <dgm:shape xmlns:r="http://schemas.openxmlformats.org/officeDocument/2006/relationships" r:blip="">
                <dgm:adjLst/>
              </dgm:shape>
              <dgm:presOf/>
              <dgm:constrLst>
                <dgm:constr type="w" for="ch" forName="textA" refType="w"/>
                <dgm:constr type="h" for="ch" forName="textA" refType="h" fact="0.4"/>
                <dgm:constr type="t" for="ch" forName="textA"/>
                <dgm:constr type="l" for="ch" forName="textA"/>
                <dgm:constr type="h" for="ch" forName="circleA" refType="h" fact="0.1"/>
                <dgm:constr type="h" for="ch" forName="circleA" refType="w" op="lte"/>
                <dgm:constr type="w" for="ch" forName="circleA" refType="h" refFor="ch" refForName="circleA" op="equ"/>
                <dgm:constr type="ctrY" for="ch" forName="circleA" refType="h" fact="0.5"/>
                <dgm:constr type="ctrX" for="ch" forName="circleA" refType="w" refFor="ch" refForName="textA" fact="0.5"/>
                <dgm:constr type="w" for="ch" forName="spaceA" refType="w"/>
                <dgm:constr type="h" for="ch" forName="spaceA" refType="h" fact="0.4"/>
                <dgm:constr type="b" for="ch" forName="spaceA" refType="h"/>
                <dgm:constr type="l" for="ch" forName="spaceA"/>
              </dgm:constrLst>
              <dgm:ruleLst/>
              <dgm:layoutNode name="textA" styleLbl="revTx">
                <dgm:varLst>
                  <dgm:bulletEnabled val="1"/>
                </dgm:varLst>
                <dgm:alg type="tx">
                  <dgm:param type="txAnchorVert" val="b"/>
                  <dgm:param type="txAnchorVertCh" val="b"/>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A">
                <dgm:alg type="sp"/>
                <dgm:shape xmlns:r="http://schemas.openxmlformats.org/officeDocument/2006/relationships" type="ellipse" r:blip="">
                  <dgm:adjLst/>
                </dgm:shape>
                <dgm:presOf/>
                <dgm:constrLst/>
                <dgm:ruleLst/>
              </dgm:layoutNode>
              <dgm:layoutNode name="spaceA">
                <dgm:alg type="sp"/>
                <dgm:shape xmlns:r="http://schemas.openxmlformats.org/officeDocument/2006/relationships" r:blip="">
                  <dgm:adjLst/>
                </dgm:shape>
                <dgm:presOf/>
                <dgm:constrLst/>
                <dgm:ruleLst/>
              </dgm:layoutNode>
            </dgm:layoutNode>
          </dgm:if>
          <dgm:else name="Name13">
            <dgm:layoutNode name="compositeB">
              <dgm:alg type="composite"/>
              <dgm:shape xmlns:r="http://schemas.openxmlformats.org/officeDocument/2006/relationships" r:blip="">
                <dgm:adjLst/>
              </dgm:shape>
              <dgm:presOf/>
              <dgm:constrLst>
                <dgm:constr type="w" for="ch" forName="textB" refType="w"/>
                <dgm:constr type="h" for="ch" forName="textB" refType="h" fact="0.4"/>
                <dgm:constr type="b" for="ch" forName="textB" refType="h"/>
                <dgm:constr type="l" for="ch" forName="textB"/>
                <dgm:constr type="h" for="ch" forName="circleB" refType="h" fact="0.1"/>
                <dgm:constr type="w" for="ch" forName="circleB" refType="h" refFor="ch" refForName="circleB" op="equ"/>
                <dgm:constr type="h" for="ch" forName="circleB" refType="w" op="lte"/>
                <dgm:constr type="ctrY" for="ch" forName="circleB" refType="h" fact="0.5"/>
                <dgm:constr type="ctrX" for="ch" forName="circleB" refType="w" refFor="ch" refForName="textB" fact="0.5"/>
                <dgm:constr type="w" for="ch" forName="spaceB" refType="w"/>
                <dgm:constr type="h" for="ch" forName="spaceB" refType="h" fact="0.4"/>
                <dgm:constr type="t" for="ch" forName="spaceB"/>
                <dgm:constr type="l" for="ch" forName="spaceB"/>
              </dgm:constrLst>
              <dgm:ruleLst/>
              <dgm:layoutNode name="textB" styleLbl="revTx">
                <dgm:varLst>
                  <dgm:bulletEnabled val="1"/>
                </dgm:varLst>
                <dgm:alg type="tx">
                  <dgm:param type="txAnchorVert" val="t"/>
                  <dgm:param type="txAnchorVertCh" val="t"/>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B">
                <dgm:alg type="sp"/>
                <dgm:shape xmlns:r="http://schemas.openxmlformats.org/officeDocument/2006/relationships" type="ellipse" r:blip="">
                  <dgm:adjLst/>
                </dgm:shape>
                <dgm:presOf/>
                <dgm:constrLst/>
                <dgm:ruleLst/>
              </dgm:layoutNode>
              <dgm:layoutNode name="spaceB">
                <dgm:alg type="sp"/>
                <dgm:shape xmlns:r="http://schemas.openxmlformats.org/officeDocument/2006/relationships" r:blip="">
                  <dgm:adjLst/>
                </dgm:shape>
                <dgm:presOf/>
                <dgm:constrLst/>
                <dgm:ruleLst/>
              </dgm:layoutNode>
            </dgm:layoutNode>
          </dgm:else>
        </dgm:choos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7CE374-AF2E-787C-0B5C-2D99436700C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02087C7-C1A5-F02A-027D-9B9F01242D7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FA32521-C04A-54B9-0FF1-22F44B421902}"/>
              </a:ext>
            </a:extLst>
          </p:cNvPr>
          <p:cNvSpPr>
            <a:spLocks noGrp="1"/>
          </p:cNvSpPr>
          <p:nvPr>
            <p:ph type="dt" sz="half" idx="10"/>
          </p:nvPr>
        </p:nvSpPr>
        <p:spPr/>
        <p:txBody>
          <a:bodyPr/>
          <a:lstStyle/>
          <a:p>
            <a:fld id="{7CE286B9-32B1-4DFF-A54B-52188735DE7A}" type="datetimeFigureOut">
              <a:rPr lang="en-IN" smtClean="0"/>
              <a:t>19-03-2023</a:t>
            </a:fld>
            <a:endParaRPr lang="en-IN"/>
          </a:p>
        </p:txBody>
      </p:sp>
      <p:sp>
        <p:nvSpPr>
          <p:cNvPr id="5" name="Footer Placeholder 4">
            <a:extLst>
              <a:ext uri="{FF2B5EF4-FFF2-40B4-BE49-F238E27FC236}">
                <a16:creationId xmlns:a16="http://schemas.microsoft.com/office/drawing/2014/main" id="{9B4C8015-0E1C-4A56-7D42-4D4A01DA367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6A8688C-24D5-E708-72E3-23C89B0078A1}"/>
              </a:ext>
            </a:extLst>
          </p:cNvPr>
          <p:cNvSpPr>
            <a:spLocks noGrp="1"/>
          </p:cNvSpPr>
          <p:nvPr>
            <p:ph type="sldNum" sz="quarter" idx="12"/>
          </p:nvPr>
        </p:nvSpPr>
        <p:spPr/>
        <p:txBody>
          <a:bodyPr/>
          <a:lstStyle/>
          <a:p>
            <a:fld id="{7E483355-38AF-4322-B289-110164AE0DDE}" type="slidenum">
              <a:rPr lang="en-IN" smtClean="0"/>
              <a:t>‹#›</a:t>
            </a:fld>
            <a:endParaRPr lang="en-IN"/>
          </a:p>
        </p:txBody>
      </p:sp>
    </p:spTree>
    <p:extLst>
      <p:ext uri="{BB962C8B-B14F-4D97-AF65-F5344CB8AC3E}">
        <p14:creationId xmlns:p14="http://schemas.microsoft.com/office/powerpoint/2010/main" val="18569273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8C63F9-1E91-E895-60E6-D566B5DBA7F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B318028-75E7-9375-6B64-45A1DA688B0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29DC846-CED7-9D12-2D70-166CD8BB4B35}"/>
              </a:ext>
            </a:extLst>
          </p:cNvPr>
          <p:cNvSpPr>
            <a:spLocks noGrp="1"/>
          </p:cNvSpPr>
          <p:nvPr>
            <p:ph type="dt" sz="half" idx="10"/>
          </p:nvPr>
        </p:nvSpPr>
        <p:spPr/>
        <p:txBody>
          <a:bodyPr/>
          <a:lstStyle/>
          <a:p>
            <a:fld id="{7CE286B9-32B1-4DFF-A54B-52188735DE7A}" type="datetimeFigureOut">
              <a:rPr lang="en-IN" smtClean="0"/>
              <a:t>19-03-2023</a:t>
            </a:fld>
            <a:endParaRPr lang="en-IN"/>
          </a:p>
        </p:txBody>
      </p:sp>
      <p:sp>
        <p:nvSpPr>
          <p:cNvPr id="5" name="Footer Placeholder 4">
            <a:extLst>
              <a:ext uri="{FF2B5EF4-FFF2-40B4-BE49-F238E27FC236}">
                <a16:creationId xmlns:a16="http://schemas.microsoft.com/office/drawing/2014/main" id="{F8B8C722-9259-959A-0A74-09543C9E3B5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A6417DD-5395-A643-E1C1-F67020B2BC69}"/>
              </a:ext>
            </a:extLst>
          </p:cNvPr>
          <p:cNvSpPr>
            <a:spLocks noGrp="1"/>
          </p:cNvSpPr>
          <p:nvPr>
            <p:ph type="sldNum" sz="quarter" idx="12"/>
          </p:nvPr>
        </p:nvSpPr>
        <p:spPr/>
        <p:txBody>
          <a:bodyPr/>
          <a:lstStyle/>
          <a:p>
            <a:fld id="{7E483355-38AF-4322-B289-110164AE0DDE}" type="slidenum">
              <a:rPr lang="en-IN" smtClean="0"/>
              <a:t>‹#›</a:t>
            </a:fld>
            <a:endParaRPr lang="en-IN"/>
          </a:p>
        </p:txBody>
      </p:sp>
    </p:spTree>
    <p:extLst>
      <p:ext uri="{BB962C8B-B14F-4D97-AF65-F5344CB8AC3E}">
        <p14:creationId xmlns:p14="http://schemas.microsoft.com/office/powerpoint/2010/main" val="12688528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3882A4-D020-749A-B74D-A35DB1097A6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8AF3D48-54D0-CFC4-1ACB-AAF54712039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7C1907F-50FF-D167-14BC-4A3F1309334D}"/>
              </a:ext>
            </a:extLst>
          </p:cNvPr>
          <p:cNvSpPr>
            <a:spLocks noGrp="1"/>
          </p:cNvSpPr>
          <p:nvPr>
            <p:ph type="dt" sz="half" idx="10"/>
          </p:nvPr>
        </p:nvSpPr>
        <p:spPr/>
        <p:txBody>
          <a:bodyPr/>
          <a:lstStyle/>
          <a:p>
            <a:fld id="{7CE286B9-32B1-4DFF-A54B-52188735DE7A}" type="datetimeFigureOut">
              <a:rPr lang="en-IN" smtClean="0"/>
              <a:t>19-03-2023</a:t>
            </a:fld>
            <a:endParaRPr lang="en-IN"/>
          </a:p>
        </p:txBody>
      </p:sp>
      <p:sp>
        <p:nvSpPr>
          <p:cNvPr id="5" name="Footer Placeholder 4">
            <a:extLst>
              <a:ext uri="{FF2B5EF4-FFF2-40B4-BE49-F238E27FC236}">
                <a16:creationId xmlns:a16="http://schemas.microsoft.com/office/drawing/2014/main" id="{ED6BE912-4492-1463-3F11-B582F2D4359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E43D6DF-EF6D-5C15-5CAC-7908085DAB40}"/>
              </a:ext>
            </a:extLst>
          </p:cNvPr>
          <p:cNvSpPr>
            <a:spLocks noGrp="1"/>
          </p:cNvSpPr>
          <p:nvPr>
            <p:ph type="sldNum" sz="quarter" idx="12"/>
          </p:nvPr>
        </p:nvSpPr>
        <p:spPr/>
        <p:txBody>
          <a:bodyPr/>
          <a:lstStyle/>
          <a:p>
            <a:fld id="{7E483355-38AF-4322-B289-110164AE0DDE}" type="slidenum">
              <a:rPr lang="en-IN" smtClean="0"/>
              <a:t>‹#›</a:t>
            </a:fld>
            <a:endParaRPr lang="en-IN"/>
          </a:p>
        </p:txBody>
      </p:sp>
    </p:spTree>
    <p:extLst>
      <p:ext uri="{BB962C8B-B14F-4D97-AF65-F5344CB8AC3E}">
        <p14:creationId xmlns:p14="http://schemas.microsoft.com/office/powerpoint/2010/main" val="41519748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0F8B44-8163-9DFC-ED2D-D5168E46278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A1F8A35-64B6-B2B6-5C20-E1C22C36AD7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50D351F-9BB1-5896-816D-2B1EBF53A46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E29FB960-E0AA-1820-91C7-D091668D88B0}"/>
              </a:ext>
            </a:extLst>
          </p:cNvPr>
          <p:cNvSpPr>
            <a:spLocks noGrp="1"/>
          </p:cNvSpPr>
          <p:nvPr>
            <p:ph type="dt" sz="half" idx="10"/>
          </p:nvPr>
        </p:nvSpPr>
        <p:spPr/>
        <p:txBody>
          <a:bodyPr/>
          <a:lstStyle/>
          <a:p>
            <a:fld id="{7CE286B9-32B1-4DFF-A54B-52188735DE7A}" type="datetimeFigureOut">
              <a:rPr lang="en-IN" smtClean="0"/>
              <a:t>19-03-2023</a:t>
            </a:fld>
            <a:endParaRPr lang="en-IN"/>
          </a:p>
        </p:txBody>
      </p:sp>
      <p:sp>
        <p:nvSpPr>
          <p:cNvPr id="6" name="Footer Placeholder 5">
            <a:extLst>
              <a:ext uri="{FF2B5EF4-FFF2-40B4-BE49-F238E27FC236}">
                <a16:creationId xmlns:a16="http://schemas.microsoft.com/office/drawing/2014/main" id="{EB0DB711-3DAF-B579-F472-34467E16F84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275C80D-26BB-014C-41CA-92EC85B4CEF2}"/>
              </a:ext>
            </a:extLst>
          </p:cNvPr>
          <p:cNvSpPr>
            <a:spLocks noGrp="1"/>
          </p:cNvSpPr>
          <p:nvPr>
            <p:ph type="sldNum" sz="quarter" idx="12"/>
          </p:nvPr>
        </p:nvSpPr>
        <p:spPr/>
        <p:txBody>
          <a:bodyPr/>
          <a:lstStyle/>
          <a:p>
            <a:fld id="{7E483355-38AF-4322-B289-110164AE0DDE}" type="slidenum">
              <a:rPr lang="en-IN" smtClean="0"/>
              <a:t>‹#›</a:t>
            </a:fld>
            <a:endParaRPr lang="en-IN"/>
          </a:p>
        </p:txBody>
      </p:sp>
    </p:spTree>
    <p:extLst>
      <p:ext uri="{BB962C8B-B14F-4D97-AF65-F5344CB8AC3E}">
        <p14:creationId xmlns:p14="http://schemas.microsoft.com/office/powerpoint/2010/main" val="20182375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840435-3FC7-1CE4-0C56-9F1555F63AB3}"/>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C1D9D62-CCCD-370A-2FEF-BCBF9B94A60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53E6C9C-C728-CA65-B7BF-3EB37981B1A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5C68236-F507-0F23-DDD3-FB40ADF7B87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E6D4725-91EE-BA06-FADA-93F0223FDF2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FDD70A8-B787-9F9D-1EFC-F7B8347D6EE8}"/>
              </a:ext>
            </a:extLst>
          </p:cNvPr>
          <p:cNvSpPr>
            <a:spLocks noGrp="1"/>
          </p:cNvSpPr>
          <p:nvPr>
            <p:ph type="dt" sz="half" idx="10"/>
          </p:nvPr>
        </p:nvSpPr>
        <p:spPr/>
        <p:txBody>
          <a:bodyPr/>
          <a:lstStyle/>
          <a:p>
            <a:fld id="{7CE286B9-32B1-4DFF-A54B-52188735DE7A}" type="datetimeFigureOut">
              <a:rPr lang="en-IN" smtClean="0"/>
              <a:t>19-03-2023</a:t>
            </a:fld>
            <a:endParaRPr lang="en-IN"/>
          </a:p>
        </p:txBody>
      </p:sp>
      <p:sp>
        <p:nvSpPr>
          <p:cNvPr id="8" name="Footer Placeholder 7">
            <a:extLst>
              <a:ext uri="{FF2B5EF4-FFF2-40B4-BE49-F238E27FC236}">
                <a16:creationId xmlns:a16="http://schemas.microsoft.com/office/drawing/2014/main" id="{96518D91-6BE5-1A4C-CC72-9771A697375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519F6EF-34CB-23BB-65A0-087F64D08256}"/>
              </a:ext>
            </a:extLst>
          </p:cNvPr>
          <p:cNvSpPr>
            <a:spLocks noGrp="1"/>
          </p:cNvSpPr>
          <p:nvPr>
            <p:ph type="sldNum" sz="quarter" idx="12"/>
          </p:nvPr>
        </p:nvSpPr>
        <p:spPr/>
        <p:txBody>
          <a:bodyPr/>
          <a:lstStyle/>
          <a:p>
            <a:fld id="{7E483355-38AF-4322-B289-110164AE0DDE}" type="slidenum">
              <a:rPr lang="en-IN" smtClean="0"/>
              <a:t>‹#›</a:t>
            </a:fld>
            <a:endParaRPr lang="en-IN"/>
          </a:p>
        </p:txBody>
      </p:sp>
    </p:spTree>
    <p:extLst>
      <p:ext uri="{BB962C8B-B14F-4D97-AF65-F5344CB8AC3E}">
        <p14:creationId xmlns:p14="http://schemas.microsoft.com/office/powerpoint/2010/main" val="14636744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0D21E5-1A31-B61E-9742-E562F0B0C35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76B5963-3510-41D7-B1A8-F06B6E906963}"/>
              </a:ext>
            </a:extLst>
          </p:cNvPr>
          <p:cNvSpPr>
            <a:spLocks noGrp="1"/>
          </p:cNvSpPr>
          <p:nvPr>
            <p:ph type="dt" sz="half" idx="10"/>
          </p:nvPr>
        </p:nvSpPr>
        <p:spPr/>
        <p:txBody>
          <a:bodyPr/>
          <a:lstStyle/>
          <a:p>
            <a:fld id="{7CE286B9-32B1-4DFF-A54B-52188735DE7A}" type="datetimeFigureOut">
              <a:rPr lang="en-IN" smtClean="0"/>
              <a:t>19-03-2023</a:t>
            </a:fld>
            <a:endParaRPr lang="en-IN"/>
          </a:p>
        </p:txBody>
      </p:sp>
      <p:sp>
        <p:nvSpPr>
          <p:cNvPr id="4" name="Footer Placeholder 3">
            <a:extLst>
              <a:ext uri="{FF2B5EF4-FFF2-40B4-BE49-F238E27FC236}">
                <a16:creationId xmlns:a16="http://schemas.microsoft.com/office/drawing/2014/main" id="{042A86A9-E891-2F1E-9365-5B7030F459C8}"/>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1E7BA55E-767C-8076-DCDA-D4D7EC5EFB59}"/>
              </a:ext>
            </a:extLst>
          </p:cNvPr>
          <p:cNvSpPr>
            <a:spLocks noGrp="1"/>
          </p:cNvSpPr>
          <p:nvPr>
            <p:ph type="sldNum" sz="quarter" idx="12"/>
          </p:nvPr>
        </p:nvSpPr>
        <p:spPr/>
        <p:txBody>
          <a:bodyPr/>
          <a:lstStyle/>
          <a:p>
            <a:fld id="{7E483355-38AF-4322-B289-110164AE0DDE}" type="slidenum">
              <a:rPr lang="en-IN" smtClean="0"/>
              <a:t>‹#›</a:t>
            </a:fld>
            <a:endParaRPr lang="en-IN"/>
          </a:p>
        </p:txBody>
      </p:sp>
    </p:spTree>
    <p:extLst>
      <p:ext uri="{BB962C8B-B14F-4D97-AF65-F5344CB8AC3E}">
        <p14:creationId xmlns:p14="http://schemas.microsoft.com/office/powerpoint/2010/main" val="6678130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2C3EF3C-5833-D30F-DB56-1BDD433A5030}"/>
              </a:ext>
            </a:extLst>
          </p:cNvPr>
          <p:cNvSpPr>
            <a:spLocks noGrp="1"/>
          </p:cNvSpPr>
          <p:nvPr>
            <p:ph type="dt" sz="half" idx="10"/>
          </p:nvPr>
        </p:nvSpPr>
        <p:spPr/>
        <p:txBody>
          <a:bodyPr/>
          <a:lstStyle/>
          <a:p>
            <a:fld id="{7CE286B9-32B1-4DFF-A54B-52188735DE7A}" type="datetimeFigureOut">
              <a:rPr lang="en-IN" smtClean="0"/>
              <a:t>19-03-2023</a:t>
            </a:fld>
            <a:endParaRPr lang="en-IN"/>
          </a:p>
        </p:txBody>
      </p:sp>
      <p:sp>
        <p:nvSpPr>
          <p:cNvPr id="3" name="Footer Placeholder 2">
            <a:extLst>
              <a:ext uri="{FF2B5EF4-FFF2-40B4-BE49-F238E27FC236}">
                <a16:creationId xmlns:a16="http://schemas.microsoft.com/office/drawing/2014/main" id="{E889B580-F189-52FD-D619-E88E6EAC172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7AC6C4C-4A2F-3D01-A02C-44C28C901883}"/>
              </a:ext>
            </a:extLst>
          </p:cNvPr>
          <p:cNvSpPr>
            <a:spLocks noGrp="1"/>
          </p:cNvSpPr>
          <p:nvPr>
            <p:ph type="sldNum" sz="quarter" idx="12"/>
          </p:nvPr>
        </p:nvSpPr>
        <p:spPr/>
        <p:txBody>
          <a:bodyPr/>
          <a:lstStyle/>
          <a:p>
            <a:fld id="{7E483355-38AF-4322-B289-110164AE0DDE}" type="slidenum">
              <a:rPr lang="en-IN" smtClean="0"/>
              <a:t>‹#›</a:t>
            </a:fld>
            <a:endParaRPr lang="en-IN"/>
          </a:p>
        </p:txBody>
      </p:sp>
    </p:spTree>
    <p:extLst>
      <p:ext uri="{BB962C8B-B14F-4D97-AF65-F5344CB8AC3E}">
        <p14:creationId xmlns:p14="http://schemas.microsoft.com/office/powerpoint/2010/main" val="38842210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310224-2F01-5122-2F3E-7C5B9A35152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325C159-8177-0B9A-7175-0F706BCD62C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9BB859B-88DF-6103-76BC-8612C902785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8DEE97D-30EA-6DB3-BA5B-CE208324AB40}"/>
              </a:ext>
            </a:extLst>
          </p:cNvPr>
          <p:cNvSpPr>
            <a:spLocks noGrp="1"/>
          </p:cNvSpPr>
          <p:nvPr>
            <p:ph type="dt" sz="half" idx="10"/>
          </p:nvPr>
        </p:nvSpPr>
        <p:spPr/>
        <p:txBody>
          <a:bodyPr/>
          <a:lstStyle/>
          <a:p>
            <a:fld id="{7CE286B9-32B1-4DFF-A54B-52188735DE7A}" type="datetimeFigureOut">
              <a:rPr lang="en-IN" smtClean="0"/>
              <a:t>19-03-2023</a:t>
            </a:fld>
            <a:endParaRPr lang="en-IN"/>
          </a:p>
        </p:txBody>
      </p:sp>
      <p:sp>
        <p:nvSpPr>
          <p:cNvPr id="6" name="Footer Placeholder 5">
            <a:extLst>
              <a:ext uri="{FF2B5EF4-FFF2-40B4-BE49-F238E27FC236}">
                <a16:creationId xmlns:a16="http://schemas.microsoft.com/office/drawing/2014/main" id="{01AC3463-A319-C342-4347-ED98AC5137B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7795179-6DB9-235F-80E2-B35F21F649AE}"/>
              </a:ext>
            </a:extLst>
          </p:cNvPr>
          <p:cNvSpPr>
            <a:spLocks noGrp="1"/>
          </p:cNvSpPr>
          <p:nvPr>
            <p:ph type="sldNum" sz="quarter" idx="12"/>
          </p:nvPr>
        </p:nvSpPr>
        <p:spPr/>
        <p:txBody>
          <a:bodyPr/>
          <a:lstStyle/>
          <a:p>
            <a:fld id="{7E483355-38AF-4322-B289-110164AE0DDE}" type="slidenum">
              <a:rPr lang="en-IN" smtClean="0"/>
              <a:t>‹#›</a:t>
            </a:fld>
            <a:endParaRPr lang="en-IN"/>
          </a:p>
        </p:txBody>
      </p:sp>
    </p:spTree>
    <p:extLst>
      <p:ext uri="{BB962C8B-B14F-4D97-AF65-F5344CB8AC3E}">
        <p14:creationId xmlns:p14="http://schemas.microsoft.com/office/powerpoint/2010/main" val="30090773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FE3206-C875-B6A7-8936-34D9075A108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C772169-0AE1-7D70-0494-6DC9E71C045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BB6F0ABD-1C3A-29E3-C81F-CADA911B565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EBF51FE-301A-7ACE-F9AB-A55B9C9108A0}"/>
              </a:ext>
            </a:extLst>
          </p:cNvPr>
          <p:cNvSpPr>
            <a:spLocks noGrp="1"/>
          </p:cNvSpPr>
          <p:nvPr>
            <p:ph type="dt" sz="half" idx="10"/>
          </p:nvPr>
        </p:nvSpPr>
        <p:spPr/>
        <p:txBody>
          <a:bodyPr/>
          <a:lstStyle/>
          <a:p>
            <a:fld id="{7CE286B9-32B1-4DFF-A54B-52188735DE7A}" type="datetimeFigureOut">
              <a:rPr lang="en-IN" smtClean="0"/>
              <a:t>19-03-2023</a:t>
            </a:fld>
            <a:endParaRPr lang="en-IN"/>
          </a:p>
        </p:txBody>
      </p:sp>
      <p:sp>
        <p:nvSpPr>
          <p:cNvPr id="6" name="Footer Placeholder 5">
            <a:extLst>
              <a:ext uri="{FF2B5EF4-FFF2-40B4-BE49-F238E27FC236}">
                <a16:creationId xmlns:a16="http://schemas.microsoft.com/office/drawing/2014/main" id="{FC5C095D-8067-FD89-5A66-D22ADB371CF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30E1D0C-864C-033C-F51E-03519E855D4D}"/>
              </a:ext>
            </a:extLst>
          </p:cNvPr>
          <p:cNvSpPr>
            <a:spLocks noGrp="1"/>
          </p:cNvSpPr>
          <p:nvPr>
            <p:ph type="sldNum" sz="quarter" idx="12"/>
          </p:nvPr>
        </p:nvSpPr>
        <p:spPr/>
        <p:txBody>
          <a:bodyPr/>
          <a:lstStyle/>
          <a:p>
            <a:fld id="{7E483355-38AF-4322-B289-110164AE0DDE}" type="slidenum">
              <a:rPr lang="en-IN" smtClean="0"/>
              <a:t>‹#›</a:t>
            </a:fld>
            <a:endParaRPr lang="en-IN"/>
          </a:p>
        </p:txBody>
      </p:sp>
    </p:spTree>
    <p:extLst>
      <p:ext uri="{BB962C8B-B14F-4D97-AF65-F5344CB8AC3E}">
        <p14:creationId xmlns:p14="http://schemas.microsoft.com/office/powerpoint/2010/main" val="15946866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3FD7A5-21C1-113C-3ECC-5C16BF719C0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AAD10F3-112D-9BBE-D5BC-A0EEE2B7503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DDE2200-93A5-CE51-7D11-82C0B675FBED}"/>
              </a:ext>
            </a:extLst>
          </p:cNvPr>
          <p:cNvSpPr>
            <a:spLocks noGrp="1"/>
          </p:cNvSpPr>
          <p:nvPr>
            <p:ph type="dt" sz="half" idx="10"/>
          </p:nvPr>
        </p:nvSpPr>
        <p:spPr/>
        <p:txBody>
          <a:bodyPr/>
          <a:lstStyle/>
          <a:p>
            <a:fld id="{7CE286B9-32B1-4DFF-A54B-52188735DE7A}" type="datetimeFigureOut">
              <a:rPr lang="en-IN" smtClean="0"/>
              <a:t>19-03-2023</a:t>
            </a:fld>
            <a:endParaRPr lang="en-IN"/>
          </a:p>
        </p:txBody>
      </p:sp>
      <p:sp>
        <p:nvSpPr>
          <p:cNvPr id="5" name="Footer Placeholder 4">
            <a:extLst>
              <a:ext uri="{FF2B5EF4-FFF2-40B4-BE49-F238E27FC236}">
                <a16:creationId xmlns:a16="http://schemas.microsoft.com/office/drawing/2014/main" id="{950E5101-A9F6-32E8-3818-DAF711D26AD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E94F1FA-F26B-F778-ECDF-69C06FF51662}"/>
              </a:ext>
            </a:extLst>
          </p:cNvPr>
          <p:cNvSpPr>
            <a:spLocks noGrp="1"/>
          </p:cNvSpPr>
          <p:nvPr>
            <p:ph type="sldNum" sz="quarter" idx="12"/>
          </p:nvPr>
        </p:nvSpPr>
        <p:spPr/>
        <p:txBody>
          <a:bodyPr/>
          <a:lstStyle/>
          <a:p>
            <a:fld id="{7E483355-38AF-4322-B289-110164AE0DDE}" type="slidenum">
              <a:rPr lang="en-IN" smtClean="0"/>
              <a:t>‹#›</a:t>
            </a:fld>
            <a:endParaRPr lang="en-IN"/>
          </a:p>
        </p:txBody>
      </p:sp>
    </p:spTree>
    <p:extLst>
      <p:ext uri="{BB962C8B-B14F-4D97-AF65-F5344CB8AC3E}">
        <p14:creationId xmlns:p14="http://schemas.microsoft.com/office/powerpoint/2010/main" val="17242542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0738D15-1410-AF58-3478-C172C6E7EE3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286BF48-A9C7-C5F0-B859-DE5DDCBB9E6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EC1D169-9087-9890-C1C7-76E5048E1A0D}"/>
              </a:ext>
            </a:extLst>
          </p:cNvPr>
          <p:cNvSpPr>
            <a:spLocks noGrp="1"/>
          </p:cNvSpPr>
          <p:nvPr>
            <p:ph type="dt" sz="half" idx="10"/>
          </p:nvPr>
        </p:nvSpPr>
        <p:spPr/>
        <p:txBody>
          <a:bodyPr/>
          <a:lstStyle/>
          <a:p>
            <a:fld id="{7CE286B9-32B1-4DFF-A54B-52188735DE7A}" type="datetimeFigureOut">
              <a:rPr lang="en-IN" smtClean="0"/>
              <a:t>19-03-2023</a:t>
            </a:fld>
            <a:endParaRPr lang="en-IN"/>
          </a:p>
        </p:txBody>
      </p:sp>
      <p:sp>
        <p:nvSpPr>
          <p:cNvPr id="5" name="Footer Placeholder 4">
            <a:extLst>
              <a:ext uri="{FF2B5EF4-FFF2-40B4-BE49-F238E27FC236}">
                <a16:creationId xmlns:a16="http://schemas.microsoft.com/office/drawing/2014/main" id="{06F8E2EC-4326-DC04-3FFB-EB0A1B535A9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A3DF41A-030F-8F10-FA44-08AF07C71ABF}"/>
              </a:ext>
            </a:extLst>
          </p:cNvPr>
          <p:cNvSpPr>
            <a:spLocks noGrp="1"/>
          </p:cNvSpPr>
          <p:nvPr>
            <p:ph type="sldNum" sz="quarter" idx="12"/>
          </p:nvPr>
        </p:nvSpPr>
        <p:spPr/>
        <p:txBody>
          <a:bodyPr/>
          <a:lstStyle/>
          <a:p>
            <a:fld id="{7E483355-38AF-4322-B289-110164AE0DDE}" type="slidenum">
              <a:rPr lang="en-IN" smtClean="0"/>
              <a:t>‹#›</a:t>
            </a:fld>
            <a:endParaRPr lang="en-IN"/>
          </a:p>
        </p:txBody>
      </p:sp>
    </p:spTree>
    <p:extLst>
      <p:ext uri="{BB962C8B-B14F-4D97-AF65-F5344CB8AC3E}">
        <p14:creationId xmlns:p14="http://schemas.microsoft.com/office/powerpoint/2010/main" val="32513494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9882008-DD87-FD0C-16FE-55FBFCA0673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D7DB7EB-24D6-59F3-7D71-B71AA805E84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61C6CD5-7006-21D3-C1FD-7CBBE30EE88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CE286B9-32B1-4DFF-A54B-52188735DE7A}" type="datetimeFigureOut">
              <a:rPr lang="en-IN" smtClean="0"/>
              <a:t>19-03-2023</a:t>
            </a:fld>
            <a:endParaRPr lang="en-IN"/>
          </a:p>
        </p:txBody>
      </p:sp>
      <p:sp>
        <p:nvSpPr>
          <p:cNvPr id="5" name="Footer Placeholder 4">
            <a:extLst>
              <a:ext uri="{FF2B5EF4-FFF2-40B4-BE49-F238E27FC236}">
                <a16:creationId xmlns:a16="http://schemas.microsoft.com/office/drawing/2014/main" id="{1B71E449-81D1-A556-EB55-0E645E1E6B8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B6058F98-BB1F-CD9D-1B25-F1CB668D705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E483355-38AF-4322-B289-110164AE0DDE}" type="slidenum">
              <a:rPr lang="en-IN" smtClean="0"/>
              <a:t>‹#›</a:t>
            </a:fld>
            <a:endParaRPr lang="en-IN"/>
          </a:p>
        </p:txBody>
      </p:sp>
    </p:spTree>
    <p:extLst>
      <p:ext uri="{BB962C8B-B14F-4D97-AF65-F5344CB8AC3E}">
        <p14:creationId xmlns:p14="http://schemas.microsoft.com/office/powerpoint/2010/main" val="40251978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9.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image" Target="../media/image4.png"/><Relationship Id="rId7" Type="http://schemas.openxmlformats.org/officeDocument/2006/relationships/diagramColors" Target="../diagrams/colors3.xml"/><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E78AA96-C1AB-EC38-C377-32B72FF2BFE2}"/>
              </a:ext>
            </a:extLst>
          </p:cNvPr>
          <p:cNvPicPr>
            <a:picLocks noChangeAspect="1"/>
          </p:cNvPicPr>
          <p:nvPr/>
        </p:nvPicPr>
        <p:blipFill>
          <a:blip r:embed="rId2"/>
          <a:stretch>
            <a:fillRect/>
          </a:stretch>
        </p:blipFill>
        <p:spPr>
          <a:xfrm>
            <a:off x="0" y="0"/>
            <a:ext cx="12192000" cy="6858000"/>
          </a:xfrm>
          <a:prstGeom prst="rect">
            <a:avLst/>
          </a:prstGeom>
        </p:spPr>
      </p:pic>
      <p:sp>
        <p:nvSpPr>
          <p:cNvPr id="5" name="Rectangle 4">
            <a:extLst>
              <a:ext uri="{FF2B5EF4-FFF2-40B4-BE49-F238E27FC236}">
                <a16:creationId xmlns:a16="http://schemas.microsoft.com/office/drawing/2014/main" id="{3DAE9732-2E1D-38DE-9CBF-D1AD634B85DC}"/>
              </a:ext>
            </a:extLst>
          </p:cNvPr>
          <p:cNvSpPr/>
          <p:nvPr/>
        </p:nvSpPr>
        <p:spPr>
          <a:xfrm>
            <a:off x="1436914" y="1317170"/>
            <a:ext cx="9220200" cy="4365173"/>
          </a:xfrm>
          <a:prstGeom prst="rect">
            <a:avLst/>
          </a:prstGeom>
          <a:solidFill>
            <a:schemeClr val="tx1">
              <a:alpha val="71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42FB82FE-A1BA-CAAC-518E-7D7BE00E32B2}"/>
              </a:ext>
            </a:extLst>
          </p:cNvPr>
          <p:cNvSpPr txBox="1"/>
          <p:nvPr/>
        </p:nvSpPr>
        <p:spPr>
          <a:xfrm>
            <a:off x="2111828" y="1965375"/>
            <a:ext cx="8131628" cy="3539430"/>
          </a:xfrm>
          <a:prstGeom prst="rect">
            <a:avLst/>
          </a:prstGeom>
          <a:noFill/>
        </p:spPr>
        <p:txBody>
          <a:bodyPr wrap="square" rtlCol="0">
            <a:spAutoFit/>
          </a:bodyPr>
          <a:lstStyle/>
          <a:p>
            <a:r>
              <a:rPr lang="en-US" sz="9600" dirty="0">
                <a:solidFill>
                  <a:schemeClr val="bg1"/>
                </a:solidFill>
              </a:rPr>
              <a:t>        </a:t>
            </a:r>
            <a:r>
              <a:rPr lang="en-US" sz="9600" dirty="0">
                <a:solidFill>
                  <a:schemeClr val="bg1"/>
                </a:solidFill>
                <a:latin typeface="Impact" panose="020B0806030902050204" pitchFamily="34" charset="0"/>
              </a:rPr>
              <a:t>NETFLIX</a:t>
            </a:r>
          </a:p>
          <a:p>
            <a:r>
              <a:rPr lang="en-US" sz="9600" dirty="0">
                <a:solidFill>
                  <a:schemeClr val="bg1"/>
                </a:solidFill>
                <a:latin typeface="Impact" panose="020B0806030902050204" pitchFamily="34" charset="0"/>
              </a:rPr>
              <a:t>   DATA ANALYSIS</a:t>
            </a:r>
          </a:p>
          <a:p>
            <a:r>
              <a:rPr lang="en-US" sz="1400" dirty="0">
                <a:solidFill>
                  <a:schemeClr val="bg1"/>
                </a:solidFill>
                <a:latin typeface="Bookman Old Style" panose="02050604050505020204" pitchFamily="18" charset="0"/>
              </a:rPr>
              <a:t>						</a:t>
            </a:r>
            <a:r>
              <a:rPr lang="en-US" sz="1400" dirty="0">
                <a:solidFill>
                  <a:schemeClr val="bg1"/>
                </a:solidFill>
                <a:latin typeface="Bookman Old Style" panose="02050604050505020204" pitchFamily="18" charset="0"/>
                <a:sym typeface="Wingdings" panose="05000000000000000000" pitchFamily="2" charset="2"/>
              </a:rPr>
              <a:t> </a:t>
            </a:r>
            <a:r>
              <a:rPr lang="en-US" sz="1400" b="1" dirty="0">
                <a:solidFill>
                  <a:schemeClr val="bg1"/>
                </a:solidFill>
                <a:latin typeface="Bookman Old Style" panose="02050604050505020204" pitchFamily="18" charset="0"/>
              </a:rPr>
              <a:t>K SESHA SAI SREYA</a:t>
            </a:r>
          </a:p>
          <a:p>
            <a:r>
              <a:rPr lang="en-US" sz="1400" b="1" dirty="0">
                <a:solidFill>
                  <a:schemeClr val="bg1"/>
                </a:solidFill>
                <a:latin typeface="Bookman Old Style" panose="02050604050505020204" pitchFamily="18" charset="0"/>
              </a:rPr>
              <a:t>						</a:t>
            </a:r>
            <a:r>
              <a:rPr lang="en-US" sz="1400" b="1" dirty="0">
                <a:solidFill>
                  <a:schemeClr val="bg1"/>
                </a:solidFill>
                <a:latin typeface="Bookman Old Style" panose="02050604050505020204" pitchFamily="18" charset="0"/>
                <a:sym typeface="Wingdings" panose="05000000000000000000" pitchFamily="2" charset="2"/>
              </a:rPr>
              <a:t></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2206DSP183</a:t>
            </a:r>
            <a:endParaRPr lang="en-IN" sz="1400" b="1" dirty="0">
              <a:solidFill>
                <a:schemeClr val="bg1"/>
              </a:solidFill>
              <a:latin typeface="Bookman Old Style" panose="02050604050505020204" pitchFamily="18" charset="0"/>
            </a:endParaRPr>
          </a:p>
        </p:txBody>
      </p:sp>
    </p:spTree>
    <p:extLst>
      <p:ext uri="{BB962C8B-B14F-4D97-AF65-F5344CB8AC3E}">
        <p14:creationId xmlns:p14="http://schemas.microsoft.com/office/powerpoint/2010/main" val="144947389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E78AA96-C1AB-EC38-C377-32B72FF2BFE2}"/>
              </a:ext>
            </a:extLst>
          </p:cNvPr>
          <p:cNvPicPr>
            <a:picLocks noChangeAspect="1"/>
          </p:cNvPicPr>
          <p:nvPr/>
        </p:nvPicPr>
        <p:blipFill>
          <a:blip r:embed="rId2"/>
          <a:stretch>
            <a:fillRect/>
          </a:stretch>
        </p:blipFill>
        <p:spPr>
          <a:xfrm>
            <a:off x="0" y="0"/>
            <a:ext cx="12192000" cy="6858000"/>
          </a:xfrm>
          <a:prstGeom prst="rect">
            <a:avLst/>
          </a:prstGeom>
        </p:spPr>
      </p:pic>
      <p:sp>
        <p:nvSpPr>
          <p:cNvPr id="5" name="Rectangle 4">
            <a:extLst>
              <a:ext uri="{FF2B5EF4-FFF2-40B4-BE49-F238E27FC236}">
                <a16:creationId xmlns:a16="http://schemas.microsoft.com/office/drawing/2014/main" id="{3DAE9732-2E1D-38DE-9CBF-D1AD634B85DC}"/>
              </a:ext>
            </a:extLst>
          </p:cNvPr>
          <p:cNvSpPr/>
          <p:nvPr/>
        </p:nvSpPr>
        <p:spPr>
          <a:xfrm>
            <a:off x="1485900" y="1349828"/>
            <a:ext cx="9220200" cy="4365173"/>
          </a:xfrm>
          <a:prstGeom prst="rect">
            <a:avLst/>
          </a:prstGeom>
          <a:solidFill>
            <a:schemeClr val="tx1">
              <a:alpha val="8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42FB82FE-A1BA-CAAC-518E-7D7BE00E32B2}"/>
              </a:ext>
            </a:extLst>
          </p:cNvPr>
          <p:cNvSpPr txBox="1"/>
          <p:nvPr/>
        </p:nvSpPr>
        <p:spPr>
          <a:xfrm>
            <a:off x="1948543" y="1976262"/>
            <a:ext cx="8131628" cy="5201424"/>
          </a:xfrm>
          <a:prstGeom prst="rect">
            <a:avLst/>
          </a:prstGeom>
          <a:noFill/>
        </p:spPr>
        <p:txBody>
          <a:bodyPr wrap="square" rtlCol="0">
            <a:spAutoFit/>
          </a:bodyPr>
          <a:lstStyle/>
          <a:p>
            <a:r>
              <a:rPr lang="en-US" sz="3200" dirty="0">
                <a:solidFill>
                  <a:schemeClr val="bg1"/>
                </a:solidFill>
              </a:rPr>
              <a:t>CONTENTS:</a:t>
            </a:r>
          </a:p>
          <a:p>
            <a:pPr marL="342900" indent="-342900">
              <a:buFont typeface="Wingdings" panose="05000000000000000000" pitchFamily="2" charset="2"/>
              <a:buChar char="Ø"/>
            </a:pPr>
            <a:endParaRPr lang="en-US" sz="2000" dirty="0">
              <a:solidFill>
                <a:schemeClr val="bg1"/>
              </a:solidFill>
            </a:endParaRPr>
          </a:p>
          <a:p>
            <a:pPr marL="342900" indent="-342900">
              <a:buFont typeface="Wingdings" panose="05000000000000000000" pitchFamily="2" charset="2"/>
              <a:buChar char="Ø"/>
            </a:pPr>
            <a:r>
              <a:rPr lang="en-US" sz="2000" dirty="0">
                <a:solidFill>
                  <a:schemeClr val="bg1"/>
                </a:solidFill>
              </a:rPr>
              <a:t>INTRODUCTION</a:t>
            </a:r>
          </a:p>
          <a:p>
            <a:pPr marL="342900" indent="-342900">
              <a:buFont typeface="Wingdings" panose="05000000000000000000" pitchFamily="2" charset="2"/>
              <a:buChar char="Ø"/>
            </a:pPr>
            <a:r>
              <a:rPr lang="en-US" sz="2000" dirty="0">
                <a:solidFill>
                  <a:schemeClr val="bg1"/>
                </a:solidFill>
              </a:rPr>
              <a:t>PROJECT DETAILS</a:t>
            </a:r>
          </a:p>
          <a:p>
            <a:pPr marL="342900" indent="-342900">
              <a:buFont typeface="Wingdings" panose="05000000000000000000" pitchFamily="2" charset="2"/>
              <a:buChar char="Ø"/>
            </a:pPr>
            <a:r>
              <a:rPr lang="en-US" sz="2000" dirty="0">
                <a:solidFill>
                  <a:schemeClr val="bg1"/>
                </a:solidFill>
              </a:rPr>
              <a:t>TRENDS DISCUSSED IN PROJECT</a:t>
            </a:r>
          </a:p>
          <a:p>
            <a:pPr marL="342900" indent="-342900">
              <a:buFont typeface="Wingdings" panose="05000000000000000000" pitchFamily="2" charset="2"/>
              <a:buChar char="Ø"/>
            </a:pPr>
            <a:r>
              <a:rPr lang="en-US" sz="2000" dirty="0">
                <a:solidFill>
                  <a:schemeClr val="bg1"/>
                </a:solidFill>
              </a:rPr>
              <a:t>RESULT AND ANALYSIS</a:t>
            </a:r>
          </a:p>
          <a:p>
            <a:pPr marL="342900" indent="-342900">
              <a:buFont typeface="Wingdings" panose="05000000000000000000" pitchFamily="2" charset="2"/>
              <a:buChar char="Ø"/>
            </a:pPr>
            <a:r>
              <a:rPr lang="en-US" sz="2000" dirty="0">
                <a:solidFill>
                  <a:schemeClr val="bg1"/>
                </a:solidFill>
              </a:rPr>
              <a:t>CONCLUSION AND FUTURE SCOPE</a:t>
            </a:r>
          </a:p>
          <a:p>
            <a:endParaRPr lang="en-US" sz="2000" dirty="0">
              <a:solidFill>
                <a:schemeClr val="bg1"/>
              </a:solidFill>
            </a:endParaRPr>
          </a:p>
          <a:p>
            <a:endParaRPr lang="en-US" sz="2000" dirty="0">
              <a:solidFill>
                <a:schemeClr val="bg1"/>
              </a:solidFill>
            </a:endParaRPr>
          </a:p>
          <a:p>
            <a:endParaRPr lang="en-US" sz="2000" dirty="0">
              <a:solidFill>
                <a:schemeClr val="bg1"/>
              </a:solidFill>
            </a:endParaRPr>
          </a:p>
          <a:p>
            <a:r>
              <a:rPr lang="en-US" sz="2000" dirty="0">
                <a:solidFill>
                  <a:schemeClr val="bg1"/>
                </a:solidFill>
              </a:rPr>
              <a:t>		</a:t>
            </a:r>
          </a:p>
          <a:p>
            <a:endParaRPr lang="en-US" sz="2000" dirty="0">
              <a:solidFill>
                <a:schemeClr val="bg1"/>
              </a:solidFill>
            </a:endParaRPr>
          </a:p>
          <a:p>
            <a:endParaRPr lang="en-US" sz="2000" dirty="0">
              <a:solidFill>
                <a:schemeClr val="bg1"/>
              </a:solidFill>
            </a:endParaRPr>
          </a:p>
          <a:p>
            <a:endParaRPr lang="en-US" sz="2000" dirty="0">
              <a:solidFill>
                <a:schemeClr val="bg1"/>
              </a:solidFill>
            </a:endParaRPr>
          </a:p>
          <a:p>
            <a:pPr lvl="8"/>
            <a:r>
              <a:rPr lang="en-US" sz="2000" dirty="0">
                <a:solidFill>
                  <a:schemeClr val="bg1"/>
                </a:solidFill>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endParaRPr lang="en-IN"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endParaRPr>
          </a:p>
          <a:p>
            <a:endParaRPr lang="en-IN" sz="2000" dirty="0">
              <a:solidFill>
                <a:schemeClr val="bg1"/>
              </a:solidFill>
              <a:latin typeface="Impact" panose="020B0806030902050204" pitchFamily="34" charset="0"/>
            </a:endParaRPr>
          </a:p>
        </p:txBody>
      </p:sp>
    </p:spTree>
    <p:extLst>
      <p:ext uri="{BB962C8B-B14F-4D97-AF65-F5344CB8AC3E}">
        <p14:creationId xmlns:p14="http://schemas.microsoft.com/office/powerpoint/2010/main" val="64350598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E78AA96-C1AB-EC38-C377-32B72FF2BFE2}"/>
              </a:ext>
            </a:extLst>
          </p:cNvPr>
          <p:cNvPicPr>
            <a:picLocks noChangeAspect="1"/>
          </p:cNvPicPr>
          <p:nvPr/>
        </p:nvPicPr>
        <p:blipFill>
          <a:blip r:embed="rId2"/>
          <a:stretch>
            <a:fillRect/>
          </a:stretch>
        </p:blipFill>
        <p:spPr>
          <a:xfrm>
            <a:off x="0" y="0"/>
            <a:ext cx="12192000" cy="6858000"/>
          </a:xfrm>
          <a:prstGeom prst="rect">
            <a:avLst/>
          </a:prstGeom>
        </p:spPr>
      </p:pic>
      <p:sp>
        <p:nvSpPr>
          <p:cNvPr id="5" name="Rectangle 4">
            <a:extLst>
              <a:ext uri="{FF2B5EF4-FFF2-40B4-BE49-F238E27FC236}">
                <a16:creationId xmlns:a16="http://schemas.microsoft.com/office/drawing/2014/main" id="{3DAE9732-2E1D-38DE-9CBF-D1AD634B85DC}"/>
              </a:ext>
            </a:extLst>
          </p:cNvPr>
          <p:cNvSpPr/>
          <p:nvPr/>
        </p:nvSpPr>
        <p:spPr>
          <a:xfrm>
            <a:off x="1485900" y="1349828"/>
            <a:ext cx="9220200" cy="4365173"/>
          </a:xfrm>
          <a:prstGeom prst="rect">
            <a:avLst/>
          </a:prstGeom>
          <a:solidFill>
            <a:schemeClr val="tx1">
              <a:alpha val="8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42FB82FE-A1BA-CAAC-518E-7D7BE00E32B2}"/>
              </a:ext>
            </a:extLst>
          </p:cNvPr>
          <p:cNvSpPr txBox="1"/>
          <p:nvPr/>
        </p:nvSpPr>
        <p:spPr>
          <a:xfrm>
            <a:off x="1948543" y="1976262"/>
            <a:ext cx="8131628" cy="4154984"/>
          </a:xfrm>
          <a:prstGeom prst="rect">
            <a:avLst/>
          </a:prstGeom>
          <a:noFill/>
        </p:spPr>
        <p:txBody>
          <a:bodyPr wrap="square" rtlCol="0">
            <a:spAutoFit/>
          </a:bodyPr>
          <a:lstStyle/>
          <a:p>
            <a:pPr algn="ctr"/>
            <a:endParaRPr lang="en-US" sz="3200" dirty="0">
              <a:solidFill>
                <a:schemeClr val="bg1"/>
              </a:solidFill>
              <a:latin typeface="Baskerville Old Face" panose="02020602080505020303" pitchFamily="18" charset="0"/>
            </a:endParaRPr>
          </a:p>
          <a:p>
            <a:pPr algn="ctr"/>
            <a:endParaRPr lang="en-US" sz="3200" dirty="0">
              <a:solidFill>
                <a:schemeClr val="bg1"/>
              </a:solidFill>
              <a:latin typeface="Baskerville Old Face" panose="02020602080505020303" pitchFamily="18" charset="0"/>
            </a:endParaRPr>
          </a:p>
          <a:p>
            <a:pPr algn="ctr"/>
            <a:r>
              <a:rPr lang="en-US" sz="4000" dirty="0">
                <a:solidFill>
                  <a:schemeClr val="bg1"/>
                </a:solidFill>
                <a:latin typeface="Baskerville Old Face" panose="02020602080505020303" pitchFamily="18" charset="0"/>
              </a:rPr>
              <a:t>INTRODUCTION</a:t>
            </a:r>
            <a:endParaRPr lang="en-US" sz="2800" dirty="0">
              <a:solidFill>
                <a:schemeClr val="bg1"/>
              </a:solidFill>
              <a:latin typeface="Baskerville Old Face" panose="02020602080505020303" pitchFamily="18" charset="0"/>
            </a:endParaRPr>
          </a:p>
          <a:p>
            <a:endParaRPr lang="en-US" sz="2000" dirty="0">
              <a:solidFill>
                <a:schemeClr val="bg1"/>
              </a:solidFill>
            </a:endParaRPr>
          </a:p>
          <a:p>
            <a:endParaRPr lang="en-US" sz="2000" dirty="0">
              <a:solidFill>
                <a:schemeClr val="bg1"/>
              </a:solidFill>
            </a:endParaRPr>
          </a:p>
          <a:p>
            <a:r>
              <a:rPr lang="en-US" sz="2000" dirty="0">
                <a:solidFill>
                  <a:schemeClr val="bg1"/>
                </a:solidFill>
              </a:rPr>
              <a:t>		</a:t>
            </a:r>
          </a:p>
          <a:p>
            <a:endParaRPr lang="en-US" sz="2000" dirty="0">
              <a:solidFill>
                <a:schemeClr val="bg1"/>
              </a:solidFill>
            </a:endParaRPr>
          </a:p>
          <a:p>
            <a:endParaRPr lang="en-US" sz="2000" dirty="0">
              <a:solidFill>
                <a:schemeClr val="bg1"/>
              </a:solidFill>
            </a:endParaRPr>
          </a:p>
          <a:p>
            <a:endParaRPr lang="en-US" sz="2000" dirty="0">
              <a:solidFill>
                <a:schemeClr val="bg1"/>
              </a:solidFill>
            </a:endParaRPr>
          </a:p>
          <a:p>
            <a:pPr lvl="8"/>
            <a:r>
              <a:rPr lang="en-US" sz="2000" dirty="0">
                <a:solidFill>
                  <a:schemeClr val="bg1"/>
                </a:solidFill>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endParaRPr lang="en-IN"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endParaRPr>
          </a:p>
          <a:p>
            <a:endParaRPr lang="en-IN" sz="2000" dirty="0">
              <a:solidFill>
                <a:schemeClr val="bg1"/>
              </a:solidFill>
              <a:latin typeface="Impact" panose="020B0806030902050204" pitchFamily="34" charset="0"/>
            </a:endParaRPr>
          </a:p>
        </p:txBody>
      </p:sp>
    </p:spTree>
    <p:extLst>
      <p:ext uri="{BB962C8B-B14F-4D97-AF65-F5344CB8AC3E}">
        <p14:creationId xmlns:p14="http://schemas.microsoft.com/office/powerpoint/2010/main" val="280836213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E78AA96-C1AB-EC38-C377-32B72FF2BFE2}"/>
              </a:ext>
            </a:extLst>
          </p:cNvPr>
          <p:cNvPicPr>
            <a:picLocks noChangeAspect="1"/>
          </p:cNvPicPr>
          <p:nvPr/>
        </p:nvPicPr>
        <p:blipFill>
          <a:blip r:embed="rId2"/>
          <a:stretch>
            <a:fillRect/>
          </a:stretch>
        </p:blipFill>
        <p:spPr>
          <a:xfrm>
            <a:off x="0" y="0"/>
            <a:ext cx="12192000" cy="6858000"/>
          </a:xfrm>
          <a:prstGeom prst="rect">
            <a:avLst/>
          </a:prstGeom>
        </p:spPr>
      </p:pic>
      <p:grpSp>
        <p:nvGrpSpPr>
          <p:cNvPr id="11" name="Group 10">
            <a:extLst>
              <a:ext uri="{FF2B5EF4-FFF2-40B4-BE49-F238E27FC236}">
                <a16:creationId xmlns:a16="http://schemas.microsoft.com/office/drawing/2014/main" id="{BBAA6242-9D30-9A0E-7D15-56F0B3287F36}"/>
              </a:ext>
            </a:extLst>
          </p:cNvPr>
          <p:cNvGrpSpPr/>
          <p:nvPr/>
        </p:nvGrpSpPr>
        <p:grpSpPr>
          <a:xfrm>
            <a:off x="1485900" y="1088426"/>
            <a:ext cx="9220200" cy="4365173"/>
            <a:chOff x="1572985" y="1156115"/>
            <a:chExt cx="9220200" cy="4365173"/>
          </a:xfrm>
        </p:grpSpPr>
        <p:sp>
          <p:nvSpPr>
            <p:cNvPr id="5" name="Rectangle 4">
              <a:extLst>
                <a:ext uri="{FF2B5EF4-FFF2-40B4-BE49-F238E27FC236}">
                  <a16:creationId xmlns:a16="http://schemas.microsoft.com/office/drawing/2014/main" id="{3DAE9732-2E1D-38DE-9CBF-D1AD634B85DC}"/>
                </a:ext>
              </a:extLst>
            </p:cNvPr>
            <p:cNvSpPr/>
            <p:nvPr/>
          </p:nvSpPr>
          <p:spPr>
            <a:xfrm>
              <a:off x="1572985" y="1156115"/>
              <a:ext cx="9220200" cy="4365173"/>
            </a:xfrm>
            <a:prstGeom prst="rect">
              <a:avLst/>
            </a:prstGeom>
            <a:solidFill>
              <a:schemeClr val="tx1">
                <a:alpha val="78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Freeform: Shape 6">
              <a:extLst>
                <a:ext uri="{FF2B5EF4-FFF2-40B4-BE49-F238E27FC236}">
                  <a16:creationId xmlns:a16="http://schemas.microsoft.com/office/drawing/2014/main" id="{6747F29A-968A-B9A4-2752-977999F15DDD}"/>
                </a:ext>
              </a:extLst>
            </p:cNvPr>
            <p:cNvSpPr/>
            <p:nvPr/>
          </p:nvSpPr>
          <p:spPr>
            <a:xfrm>
              <a:off x="2266949" y="1809469"/>
              <a:ext cx="8200572" cy="2666934"/>
            </a:xfrm>
            <a:custGeom>
              <a:avLst/>
              <a:gdLst>
                <a:gd name="connsiteX0" fmla="*/ 0 w 5445760"/>
                <a:gd name="connsiteY0" fmla="*/ 0 h 2463030"/>
                <a:gd name="connsiteX1" fmla="*/ 5445760 w 5445760"/>
                <a:gd name="connsiteY1" fmla="*/ 0 h 2463030"/>
                <a:gd name="connsiteX2" fmla="*/ 5445760 w 5445760"/>
                <a:gd name="connsiteY2" fmla="*/ 2463030 h 2463030"/>
                <a:gd name="connsiteX3" fmla="*/ 0 w 5445760"/>
                <a:gd name="connsiteY3" fmla="*/ 2463030 h 2463030"/>
                <a:gd name="connsiteX4" fmla="*/ 0 w 5445760"/>
                <a:gd name="connsiteY4" fmla="*/ 0 h 24630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45760" h="2463030">
                  <a:moveTo>
                    <a:pt x="0" y="0"/>
                  </a:moveTo>
                  <a:lnTo>
                    <a:pt x="5445760" y="0"/>
                  </a:lnTo>
                  <a:lnTo>
                    <a:pt x="5445760" y="2463030"/>
                  </a:lnTo>
                  <a:lnTo>
                    <a:pt x="0" y="2463030"/>
                  </a:lnTo>
                  <a:lnTo>
                    <a:pt x="0" y="0"/>
                  </a:lnTo>
                  <a:close/>
                </a:path>
              </a:pathLst>
            </a:custGeom>
            <a:no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9060" tIns="99060" rIns="99060" bIns="99060" numCol="1" spcCol="1270" anchor="ctr" anchorCtr="0">
              <a:noAutofit/>
            </a:bodyPr>
            <a:lstStyle/>
            <a:p>
              <a:pPr marL="457200" lvl="0" indent="-457200" defTabSz="1155700">
                <a:lnSpc>
                  <a:spcPct val="90000"/>
                </a:lnSpc>
                <a:spcBef>
                  <a:spcPct val="0"/>
                </a:spcBef>
                <a:spcAft>
                  <a:spcPct val="35000"/>
                </a:spcAft>
                <a:buFont typeface="Wingdings" panose="05000000000000000000" pitchFamily="2" charset="2"/>
                <a:buChar char="Ø"/>
              </a:pPr>
              <a:r>
                <a:rPr lang="en-US" sz="2600" kern="1200" dirty="0"/>
                <a:t>Netflix is one of the largest providers of online streaming services. It collects a huge amount of data because it has a very large subscriber base.</a:t>
              </a:r>
              <a:endParaRPr lang="en-IN" sz="2600" kern="1200" dirty="0"/>
            </a:p>
          </p:txBody>
        </p:sp>
      </p:grpSp>
    </p:spTree>
    <p:extLst>
      <p:ext uri="{BB962C8B-B14F-4D97-AF65-F5344CB8AC3E}">
        <p14:creationId xmlns:p14="http://schemas.microsoft.com/office/powerpoint/2010/main" val="194651769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E78AA96-C1AB-EC38-C377-32B72FF2BFE2}"/>
              </a:ext>
            </a:extLst>
          </p:cNvPr>
          <p:cNvPicPr>
            <a:picLocks noChangeAspect="1"/>
          </p:cNvPicPr>
          <p:nvPr/>
        </p:nvPicPr>
        <p:blipFill>
          <a:blip r:embed="rId2"/>
          <a:stretch>
            <a:fillRect/>
          </a:stretch>
        </p:blipFill>
        <p:spPr>
          <a:xfrm>
            <a:off x="0" y="0"/>
            <a:ext cx="12192000" cy="6858000"/>
          </a:xfrm>
          <a:prstGeom prst="rect">
            <a:avLst/>
          </a:prstGeom>
        </p:spPr>
      </p:pic>
      <p:grpSp>
        <p:nvGrpSpPr>
          <p:cNvPr id="11" name="Group 10">
            <a:extLst>
              <a:ext uri="{FF2B5EF4-FFF2-40B4-BE49-F238E27FC236}">
                <a16:creationId xmlns:a16="http://schemas.microsoft.com/office/drawing/2014/main" id="{BBAA6242-9D30-9A0E-7D15-56F0B3287F36}"/>
              </a:ext>
            </a:extLst>
          </p:cNvPr>
          <p:cNvGrpSpPr/>
          <p:nvPr/>
        </p:nvGrpSpPr>
        <p:grpSpPr>
          <a:xfrm>
            <a:off x="1485900" y="1088426"/>
            <a:ext cx="9220200" cy="4365173"/>
            <a:chOff x="1572985" y="1156115"/>
            <a:chExt cx="9220200" cy="4365173"/>
          </a:xfrm>
        </p:grpSpPr>
        <p:sp>
          <p:nvSpPr>
            <p:cNvPr id="5" name="Rectangle 4">
              <a:extLst>
                <a:ext uri="{FF2B5EF4-FFF2-40B4-BE49-F238E27FC236}">
                  <a16:creationId xmlns:a16="http://schemas.microsoft.com/office/drawing/2014/main" id="{3DAE9732-2E1D-38DE-9CBF-D1AD634B85DC}"/>
                </a:ext>
              </a:extLst>
            </p:cNvPr>
            <p:cNvSpPr/>
            <p:nvPr/>
          </p:nvSpPr>
          <p:spPr>
            <a:xfrm>
              <a:off x="1572985" y="1156115"/>
              <a:ext cx="9220200" cy="4365173"/>
            </a:xfrm>
            <a:prstGeom prst="rect">
              <a:avLst/>
            </a:prstGeom>
            <a:solidFill>
              <a:schemeClr val="tx1">
                <a:alpha val="78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Freeform: Shape 8">
              <a:extLst>
                <a:ext uri="{FF2B5EF4-FFF2-40B4-BE49-F238E27FC236}">
                  <a16:creationId xmlns:a16="http://schemas.microsoft.com/office/drawing/2014/main" id="{8A995E76-6EA2-6A83-EF28-93A05660A7F8}"/>
                </a:ext>
              </a:extLst>
            </p:cNvPr>
            <p:cNvSpPr/>
            <p:nvPr/>
          </p:nvSpPr>
          <p:spPr>
            <a:xfrm>
              <a:off x="2168977" y="2107186"/>
              <a:ext cx="8200572" cy="2463030"/>
            </a:xfrm>
            <a:custGeom>
              <a:avLst/>
              <a:gdLst>
                <a:gd name="connsiteX0" fmla="*/ 0 w 5445760"/>
                <a:gd name="connsiteY0" fmla="*/ 0 h 2463030"/>
                <a:gd name="connsiteX1" fmla="*/ 5445760 w 5445760"/>
                <a:gd name="connsiteY1" fmla="*/ 0 h 2463030"/>
                <a:gd name="connsiteX2" fmla="*/ 5445760 w 5445760"/>
                <a:gd name="connsiteY2" fmla="*/ 2463030 h 2463030"/>
                <a:gd name="connsiteX3" fmla="*/ 0 w 5445760"/>
                <a:gd name="connsiteY3" fmla="*/ 2463030 h 2463030"/>
                <a:gd name="connsiteX4" fmla="*/ 0 w 5445760"/>
                <a:gd name="connsiteY4" fmla="*/ 0 h 24630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45760" h="2463030">
                  <a:moveTo>
                    <a:pt x="0" y="0"/>
                  </a:moveTo>
                  <a:lnTo>
                    <a:pt x="5445760" y="0"/>
                  </a:lnTo>
                  <a:lnTo>
                    <a:pt x="5445760" y="2463030"/>
                  </a:lnTo>
                  <a:lnTo>
                    <a:pt x="0" y="2463030"/>
                  </a:lnTo>
                  <a:lnTo>
                    <a:pt x="0" y="0"/>
                  </a:lnTo>
                  <a:close/>
                </a:path>
              </a:pathLst>
            </a:custGeom>
            <a:no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9060" tIns="99060" rIns="99060" bIns="99060" numCol="1" spcCol="1270" anchor="ctr" anchorCtr="0">
              <a:noAutofit/>
            </a:bodyPr>
            <a:lstStyle/>
            <a:p>
              <a:pPr marL="457200" lvl="0" indent="-457200" defTabSz="1155700">
                <a:lnSpc>
                  <a:spcPct val="90000"/>
                </a:lnSpc>
                <a:spcBef>
                  <a:spcPct val="0"/>
                </a:spcBef>
                <a:spcAft>
                  <a:spcPct val="35000"/>
                </a:spcAft>
                <a:buFont typeface="Wingdings" panose="05000000000000000000" pitchFamily="2" charset="2"/>
                <a:buChar char="Ø"/>
              </a:pPr>
              <a:r>
                <a:rPr lang="en-US" sz="2600" kern="1200" dirty="0"/>
                <a:t>With over 203.67 million subscribers worldwide, Netflix has reigned as the no.1 Over-the-Top (OTT) streaming content platform since its launch in 2007. The secret to Netflix’s success is Data and analytics.</a:t>
              </a:r>
              <a:endParaRPr lang="en-IN" sz="2600" kern="1200" dirty="0"/>
            </a:p>
          </p:txBody>
        </p:sp>
      </p:grpSp>
    </p:spTree>
    <p:extLst>
      <p:ext uri="{BB962C8B-B14F-4D97-AF65-F5344CB8AC3E}">
        <p14:creationId xmlns:p14="http://schemas.microsoft.com/office/powerpoint/2010/main" val="143544000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E78AA96-C1AB-EC38-C377-32B72FF2BFE2}"/>
              </a:ext>
            </a:extLst>
          </p:cNvPr>
          <p:cNvPicPr>
            <a:picLocks noChangeAspect="1"/>
          </p:cNvPicPr>
          <p:nvPr/>
        </p:nvPicPr>
        <p:blipFill>
          <a:blip r:embed="rId2"/>
          <a:stretch>
            <a:fillRect/>
          </a:stretch>
        </p:blipFill>
        <p:spPr>
          <a:xfrm>
            <a:off x="0" y="0"/>
            <a:ext cx="12192000" cy="6858000"/>
          </a:xfrm>
          <a:prstGeom prst="rect">
            <a:avLst/>
          </a:prstGeom>
        </p:spPr>
      </p:pic>
      <p:sp>
        <p:nvSpPr>
          <p:cNvPr id="5" name="Rectangle 4">
            <a:extLst>
              <a:ext uri="{FF2B5EF4-FFF2-40B4-BE49-F238E27FC236}">
                <a16:creationId xmlns:a16="http://schemas.microsoft.com/office/drawing/2014/main" id="{3DAE9732-2E1D-38DE-9CBF-D1AD634B85DC}"/>
              </a:ext>
            </a:extLst>
          </p:cNvPr>
          <p:cNvSpPr/>
          <p:nvPr/>
        </p:nvSpPr>
        <p:spPr>
          <a:xfrm>
            <a:off x="1485900" y="1349828"/>
            <a:ext cx="9220200" cy="4365173"/>
          </a:xfrm>
          <a:prstGeom prst="rect">
            <a:avLst/>
          </a:prstGeom>
          <a:solidFill>
            <a:schemeClr val="tx1">
              <a:alpha val="8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42FB82FE-A1BA-CAAC-518E-7D7BE00E32B2}"/>
              </a:ext>
            </a:extLst>
          </p:cNvPr>
          <p:cNvSpPr txBox="1"/>
          <p:nvPr/>
        </p:nvSpPr>
        <p:spPr>
          <a:xfrm>
            <a:off x="1948543" y="1976262"/>
            <a:ext cx="8131628" cy="3416320"/>
          </a:xfrm>
          <a:prstGeom prst="rect">
            <a:avLst/>
          </a:prstGeom>
          <a:noFill/>
        </p:spPr>
        <p:txBody>
          <a:bodyPr wrap="square" rtlCol="0">
            <a:spAutoFit/>
          </a:bodyPr>
          <a:lstStyle/>
          <a:p>
            <a:pPr algn="ctr"/>
            <a:endParaRPr lang="en-US" sz="3200" dirty="0">
              <a:solidFill>
                <a:schemeClr val="bg1"/>
              </a:solidFill>
              <a:latin typeface="Baskerville Old Face" panose="02020602080505020303" pitchFamily="18" charset="0"/>
            </a:endParaRPr>
          </a:p>
          <a:p>
            <a:pPr algn="ctr"/>
            <a:endParaRPr lang="en-US" sz="3200" dirty="0">
              <a:solidFill>
                <a:schemeClr val="bg1"/>
              </a:solidFill>
              <a:latin typeface="Baskerville Old Face" panose="02020602080505020303" pitchFamily="18" charset="0"/>
            </a:endParaRPr>
          </a:p>
          <a:p>
            <a:r>
              <a:rPr lang="en-US" sz="2000" dirty="0">
                <a:solidFill>
                  <a:schemeClr val="bg1"/>
                </a:solidFill>
              </a:rPr>
              <a:t>		</a:t>
            </a:r>
            <a:r>
              <a:rPr lang="en-US" sz="3200" dirty="0">
                <a:solidFill>
                  <a:schemeClr val="bg1"/>
                </a:solidFill>
                <a:latin typeface="Bookman Old Style" panose="02050604050505020204" pitchFamily="18" charset="0"/>
              </a:rPr>
              <a:t>  PROJECT DETAILS</a:t>
            </a:r>
          </a:p>
          <a:p>
            <a:r>
              <a:rPr lang="en-US" sz="2000" dirty="0">
                <a:solidFill>
                  <a:schemeClr val="bg1"/>
                </a:solidFill>
              </a:rPr>
              <a:t>		</a:t>
            </a:r>
          </a:p>
          <a:p>
            <a:endParaRPr lang="en-US" sz="2000" dirty="0">
              <a:solidFill>
                <a:schemeClr val="bg1"/>
              </a:solidFill>
            </a:endParaRPr>
          </a:p>
          <a:p>
            <a:endParaRPr lang="en-US" sz="2000" dirty="0">
              <a:solidFill>
                <a:schemeClr val="bg1"/>
              </a:solidFill>
            </a:endParaRPr>
          </a:p>
          <a:p>
            <a:endParaRPr lang="en-US" sz="2000" dirty="0">
              <a:solidFill>
                <a:schemeClr val="bg1"/>
              </a:solidFill>
            </a:endParaRPr>
          </a:p>
          <a:p>
            <a:pPr lvl="8"/>
            <a:r>
              <a:rPr lang="en-US" sz="2000" dirty="0">
                <a:solidFill>
                  <a:schemeClr val="bg1"/>
                </a:solidFill>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endParaRPr lang="en-IN"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endParaRPr>
          </a:p>
          <a:p>
            <a:endParaRPr lang="en-IN" sz="2000" dirty="0">
              <a:solidFill>
                <a:schemeClr val="bg1"/>
              </a:solidFill>
              <a:latin typeface="Impact" panose="020B0806030902050204" pitchFamily="34" charset="0"/>
            </a:endParaRPr>
          </a:p>
        </p:txBody>
      </p:sp>
    </p:spTree>
    <p:extLst>
      <p:ext uri="{BB962C8B-B14F-4D97-AF65-F5344CB8AC3E}">
        <p14:creationId xmlns:p14="http://schemas.microsoft.com/office/powerpoint/2010/main" val="88370384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6E88EA5-9C1A-204C-52A0-2866B01B6224}"/>
              </a:ext>
            </a:extLst>
          </p:cNvPr>
          <p:cNvPicPr>
            <a:picLocks noChangeAspect="1"/>
          </p:cNvPicPr>
          <p:nvPr/>
        </p:nvPicPr>
        <p:blipFill rotWithShape="1">
          <a:blip r:embed="rId2"/>
          <a:srcRect b="7489"/>
          <a:stretch/>
        </p:blipFill>
        <p:spPr>
          <a:xfrm>
            <a:off x="-829734" y="0"/>
            <a:ext cx="13566018" cy="6858000"/>
          </a:xfrm>
          <a:prstGeom prst="rect">
            <a:avLst/>
          </a:prstGeom>
        </p:spPr>
      </p:pic>
      <p:graphicFrame>
        <p:nvGraphicFramePr>
          <p:cNvPr id="4" name="Diagram 3">
            <a:extLst>
              <a:ext uri="{FF2B5EF4-FFF2-40B4-BE49-F238E27FC236}">
                <a16:creationId xmlns:a16="http://schemas.microsoft.com/office/drawing/2014/main" id="{8DD76F6D-DDA8-2FCF-8034-CA60E0655383}"/>
              </a:ext>
            </a:extLst>
          </p:cNvPr>
          <p:cNvGraphicFramePr/>
          <p:nvPr>
            <p:extLst>
              <p:ext uri="{D42A27DB-BD31-4B8C-83A1-F6EECF244321}">
                <p14:modId xmlns:p14="http://schemas.microsoft.com/office/powerpoint/2010/main" val="2383625331"/>
              </p:ext>
            </p:extLst>
          </p:nvPr>
        </p:nvGraphicFramePr>
        <p:xfrm>
          <a:off x="54428" y="478276"/>
          <a:ext cx="12083144" cy="275478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pSp>
        <p:nvGrpSpPr>
          <p:cNvPr id="11" name="Group 10">
            <a:extLst>
              <a:ext uri="{FF2B5EF4-FFF2-40B4-BE49-F238E27FC236}">
                <a16:creationId xmlns:a16="http://schemas.microsoft.com/office/drawing/2014/main" id="{C3058234-7CD1-BBEF-A0E6-CDF734F34061}"/>
              </a:ext>
            </a:extLst>
          </p:cNvPr>
          <p:cNvGrpSpPr/>
          <p:nvPr/>
        </p:nvGrpSpPr>
        <p:grpSpPr>
          <a:xfrm>
            <a:off x="2427513" y="1140103"/>
            <a:ext cx="7336972" cy="1431126"/>
            <a:chOff x="2394857" y="3837560"/>
            <a:chExt cx="7336972" cy="1431126"/>
          </a:xfrm>
        </p:grpSpPr>
        <p:cxnSp>
          <p:nvCxnSpPr>
            <p:cNvPr id="6" name="Straight Connector 5">
              <a:extLst>
                <a:ext uri="{FF2B5EF4-FFF2-40B4-BE49-F238E27FC236}">
                  <a16:creationId xmlns:a16="http://schemas.microsoft.com/office/drawing/2014/main" id="{C3A21C58-7426-6B02-1AB5-04AD12626AE4}"/>
                </a:ext>
              </a:extLst>
            </p:cNvPr>
            <p:cNvCxnSpPr/>
            <p:nvPr/>
          </p:nvCxnSpPr>
          <p:spPr>
            <a:xfrm>
              <a:off x="2394857" y="3875314"/>
              <a:ext cx="0" cy="1393372"/>
            </a:xfrm>
            <a:prstGeom prst="line">
              <a:avLst/>
            </a:prstGeom>
            <a:ln w="285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1C5A3E81-9D1F-5D74-7E9E-2C1275949381}"/>
                </a:ext>
              </a:extLst>
            </p:cNvPr>
            <p:cNvCxnSpPr/>
            <p:nvPr/>
          </p:nvCxnSpPr>
          <p:spPr>
            <a:xfrm>
              <a:off x="4876800" y="3837560"/>
              <a:ext cx="0" cy="1393372"/>
            </a:xfrm>
            <a:prstGeom prst="line">
              <a:avLst/>
            </a:prstGeom>
            <a:ln w="285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37A2BCC1-8A21-297D-A9EB-48A8FC46F81A}"/>
                </a:ext>
              </a:extLst>
            </p:cNvPr>
            <p:cNvCxnSpPr/>
            <p:nvPr/>
          </p:nvCxnSpPr>
          <p:spPr>
            <a:xfrm>
              <a:off x="7413171" y="3875314"/>
              <a:ext cx="0" cy="1393372"/>
            </a:xfrm>
            <a:prstGeom prst="line">
              <a:avLst/>
            </a:prstGeom>
            <a:ln w="285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E9FF2ABD-3C1C-B5BF-9228-4F3F3D4CA3D2}"/>
                </a:ext>
              </a:extLst>
            </p:cNvPr>
            <p:cNvCxnSpPr/>
            <p:nvPr/>
          </p:nvCxnSpPr>
          <p:spPr>
            <a:xfrm>
              <a:off x="9731829" y="3875314"/>
              <a:ext cx="0" cy="1393372"/>
            </a:xfrm>
            <a:prstGeom prst="line">
              <a:avLst/>
            </a:prstGeom>
            <a:ln w="28575">
              <a:solidFill>
                <a:schemeClr val="bg2"/>
              </a:solidFill>
            </a:ln>
          </p:spPr>
          <p:style>
            <a:lnRef idx="1">
              <a:schemeClr val="accent1"/>
            </a:lnRef>
            <a:fillRef idx="0">
              <a:schemeClr val="accent1"/>
            </a:fillRef>
            <a:effectRef idx="0">
              <a:schemeClr val="accent1"/>
            </a:effectRef>
            <a:fontRef idx="minor">
              <a:schemeClr val="tx1"/>
            </a:fontRef>
          </p:style>
        </p:cxnSp>
      </p:grpSp>
      <p:sp>
        <p:nvSpPr>
          <p:cNvPr id="10" name="Rectangle 9">
            <a:extLst>
              <a:ext uri="{FF2B5EF4-FFF2-40B4-BE49-F238E27FC236}">
                <a16:creationId xmlns:a16="http://schemas.microsoft.com/office/drawing/2014/main" id="{997EF29A-1575-E439-08A8-A2F1125D23ED}"/>
              </a:ext>
            </a:extLst>
          </p:cNvPr>
          <p:cNvSpPr/>
          <p:nvPr/>
        </p:nvSpPr>
        <p:spPr>
          <a:xfrm>
            <a:off x="146956" y="941266"/>
            <a:ext cx="11898087" cy="1828800"/>
          </a:xfrm>
          <a:prstGeom prst="rect">
            <a:avLst/>
          </a:prstGeom>
          <a:solidFill>
            <a:schemeClr val="bg2">
              <a:lumMod val="90000"/>
              <a:alpha val="32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623044718"/>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B616D44-68B3-AF0C-5650-ECF08F53D053}"/>
              </a:ext>
            </a:extLst>
          </p:cNvPr>
          <p:cNvPicPr>
            <a:picLocks noChangeAspect="1"/>
          </p:cNvPicPr>
          <p:nvPr/>
        </p:nvPicPr>
        <p:blipFill>
          <a:blip r:embed="rId2"/>
          <a:stretch>
            <a:fillRect/>
          </a:stretch>
        </p:blipFill>
        <p:spPr>
          <a:xfrm>
            <a:off x="0" y="-30480"/>
            <a:ext cx="12300857" cy="6888480"/>
          </a:xfrm>
          <a:prstGeom prst="rect">
            <a:avLst/>
          </a:prstGeom>
          <a:solidFill>
            <a:schemeClr val="bg1">
              <a:alpha val="52000"/>
            </a:schemeClr>
          </a:solidFill>
        </p:spPr>
      </p:pic>
      <p:graphicFrame>
        <p:nvGraphicFramePr>
          <p:cNvPr id="5" name="Diagram 4">
            <a:extLst>
              <a:ext uri="{FF2B5EF4-FFF2-40B4-BE49-F238E27FC236}">
                <a16:creationId xmlns:a16="http://schemas.microsoft.com/office/drawing/2014/main" id="{FE6BEB7A-8CF3-8B07-95F3-34A6A8499A6B}"/>
              </a:ext>
            </a:extLst>
          </p:cNvPr>
          <p:cNvGraphicFramePr/>
          <p:nvPr>
            <p:extLst>
              <p:ext uri="{D42A27DB-BD31-4B8C-83A1-F6EECF244321}">
                <p14:modId xmlns:p14="http://schemas.microsoft.com/office/powerpoint/2010/main" val="2847891573"/>
              </p:ext>
            </p:extLst>
          </p:nvPr>
        </p:nvGraphicFramePr>
        <p:xfrm>
          <a:off x="1426028" y="1174833"/>
          <a:ext cx="10167258" cy="395233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30863917"/>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B616D44-68B3-AF0C-5650-ECF08F53D053}"/>
              </a:ext>
            </a:extLst>
          </p:cNvPr>
          <p:cNvPicPr>
            <a:picLocks noChangeAspect="1"/>
          </p:cNvPicPr>
          <p:nvPr/>
        </p:nvPicPr>
        <p:blipFill>
          <a:blip r:embed="rId2"/>
          <a:stretch>
            <a:fillRect/>
          </a:stretch>
        </p:blipFill>
        <p:spPr>
          <a:xfrm>
            <a:off x="0" y="-30480"/>
            <a:ext cx="12300857" cy="6888480"/>
          </a:xfrm>
          <a:prstGeom prst="rect">
            <a:avLst/>
          </a:prstGeom>
          <a:solidFill>
            <a:schemeClr val="bg1">
              <a:alpha val="52000"/>
            </a:schemeClr>
          </a:solidFill>
        </p:spPr>
      </p:pic>
      <p:pic>
        <p:nvPicPr>
          <p:cNvPr id="4" name="Picture 3">
            <a:extLst>
              <a:ext uri="{FF2B5EF4-FFF2-40B4-BE49-F238E27FC236}">
                <a16:creationId xmlns:a16="http://schemas.microsoft.com/office/drawing/2014/main" id="{CB794505-94BA-F0C6-7ED3-9D4587448470}"/>
              </a:ext>
            </a:extLst>
          </p:cNvPr>
          <p:cNvPicPr>
            <a:picLocks noChangeAspect="1"/>
          </p:cNvPicPr>
          <p:nvPr/>
        </p:nvPicPr>
        <p:blipFill>
          <a:blip r:embed="rId3">
            <a:biLevel thresh="75000"/>
          </a:blip>
          <a:stretch>
            <a:fillRect/>
          </a:stretch>
        </p:blipFill>
        <p:spPr>
          <a:xfrm>
            <a:off x="518647" y="1094454"/>
            <a:ext cx="11263562" cy="4669091"/>
          </a:xfrm>
          <a:prstGeom prst="rect">
            <a:avLst/>
          </a:prstGeom>
          <a:ln w="190500" cap="sq">
            <a:solidFill>
              <a:srgbClr val="C8C6BD"/>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p:spPr>
      </p:pic>
      <p:sp>
        <p:nvSpPr>
          <p:cNvPr id="6" name="TextBox 5">
            <a:extLst>
              <a:ext uri="{FF2B5EF4-FFF2-40B4-BE49-F238E27FC236}">
                <a16:creationId xmlns:a16="http://schemas.microsoft.com/office/drawing/2014/main" id="{EE6480F9-275C-BA15-3579-12B3BD1CF03F}"/>
              </a:ext>
            </a:extLst>
          </p:cNvPr>
          <p:cNvSpPr txBox="1"/>
          <p:nvPr/>
        </p:nvSpPr>
        <p:spPr>
          <a:xfrm>
            <a:off x="4419602" y="1447800"/>
            <a:ext cx="4724400" cy="800219"/>
          </a:xfrm>
          <a:prstGeom prst="rect">
            <a:avLst/>
          </a:prstGeom>
          <a:noFill/>
        </p:spPr>
        <p:txBody>
          <a:bodyPr wrap="square" rtlCol="0">
            <a:spAutoFit/>
          </a:bodyPr>
          <a:lstStyle/>
          <a:p>
            <a:r>
              <a:rPr lang="en-US" sz="2800" b="1" dirty="0">
                <a:solidFill>
                  <a:schemeClr val="bg1"/>
                </a:solidFill>
                <a:effectLst/>
                <a:latin typeface="Bookman Old Style" panose="02050604050505020204" pitchFamily="18" charset="0"/>
                <a:ea typeface="Cambria" panose="02040503050406030204" pitchFamily="18" charset="0"/>
                <a:cs typeface="Cambria" panose="02040503050406030204" pitchFamily="18" charset="0"/>
              </a:rPr>
              <a:t>“Data</a:t>
            </a:r>
            <a:r>
              <a:rPr lang="en-US" sz="2800" b="1" spc="25" dirty="0">
                <a:solidFill>
                  <a:schemeClr val="bg1"/>
                </a:solidFill>
                <a:effectLst/>
                <a:latin typeface="Bookman Old Style" panose="02050604050505020204" pitchFamily="18" charset="0"/>
                <a:ea typeface="Cambria" panose="02040503050406030204" pitchFamily="18" charset="0"/>
                <a:cs typeface="Cambria" panose="02040503050406030204" pitchFamily="18" charset="0"/>
              </a:rPr>
              <a:t> </a:t>
            </a:r>
            <a:r>
              <a:rPr lang="en-US" sz="2800" b="1" dirty="0">
                <a:solidFill>
                  <a:schemeClr val="bg1"/>
                </a:solidFill>
                <a:effectLst/>
                <a:latin typeface="Bookman Old Style" panose="02050604050505020204" pitchFamily="18" charset="0"/>
                <a:ea typeface="Cambria" panose="02040503050406030204" pitchFamily="18" charset="0"/>
                <a:cs typeface="Cambria" panose="02040503050406030204" pitchFamily="18" charset="0"/>
              </a:rPr>
              <a:t>is</a:t>
            </a:r>
            <a:r>
              <a:rPr lang="en-US" sz="2800" b="1" spc="40" dirty="0">
                <a:solidFill>
                  <a:schemeClr val="bg1"/>
                </a:solidFill>
                <a:effectLst/>
                <a:latin typeface="Bookman Old Style" panose="02050604050505020204" pitchFamily="18" charset="0"/>
                <a:ea typeface="Cambria" panose="02040503050406030204" pitchFamily="18" charset="0"/>
                <a:cs typeface="Cambria" panose="02040503050406030204" pitchFamily="18" charset="0"/>
              </a:rPr>
              <a:t> </a:t>
            </a:r>
            <a:r>
              <a:rPr lang="en-US" sz="2800" b="1" dirty="0">
                <a:solidFill>
                  <a:schemeClr val="bg1"/>
                </a:solidFill>
                <a:effectLst/>
                <a:latin typeface="Bookman Old Style" panose="02050604050505020204" pitchFamily="18" charset="0"/>
                <a:ea typeface="Cambria" panose="02040503050406030204" pitchFamily="18" charset="0"/>
                <a:cs typeface="Cambria" panose="02040503050406030204" pitchFamily="18" charset="0"/>
              </a:rPr>
              <a:t>the</a:t>
            </a:r>
            <a:r>
              <a:rPr lang="en-US" sz="2800" b="1" spc="25" dirty="0">
                <a:solidFill>
                  <a:schemeClr val="bg1"/>
                </a:solidFill>
                <a:effectLst/>
                <a:latin typeface="Bookman Old Style" panose="02050604050505020204" pitchFamily="18" charset="0"/>
                <a:ea typeface="Cambria" panose="02040503050406030204" pitchFamily="18" charset="0"/>
                <a:cs typeface="Cambria" panose="02040503050406030204" pitchFamily="18" charset="0"/>
              </a:rPr>
              <a:t> </a:t>
            </a:r>
            <a:r>
              <a:rPr lang="en-US" sz="2800" b="1" dirty="0">
                <a:solidFill>
                  <a:schemeClr val="bg1"/>
                </a:solidFill>
                <a:effectLst/>
                <a:latin typeface="Bookman Old Style" panose="02050604050505020204" pitchFamily="18" charset="0"/>
                <a:ea typeface="Cambria" panose="02040503050406030204" pitchFamily="18" charset="0"/>
                <a:cs typeface="Cambria" panose="02040503050406030204" pitchFamily="18" charset="0"/>
              </a:rPr>
              <a:t>new</a:t>
            </a:r>
            <a:r>
              <a:rPr lang="en-US" sz="2800" b="1" spc="15" dirty="0">
                <a:solidFill>
                  <a:schemeClr val="bg1"/>
                </a:solidFill>
                <a:effectLst/>
                <a:latin typeface="Bookman Old Style" panose="02050604050505020204" pitchFamily="18" charset="0"/>
                <a:ea typeface="Cambria" panose="02040503050406030204" pitchFamily="18" charset="0"/>
                <a:cs typeface="Cambria" panose="02040503050406030204" pitchFamily="18" charset="0"/>
              </a:rPr>
              <a:t> </a:t>
            </a:r>
            <a:r>
              <a:rPr lang="en-US" sz="2800" b="1" dirty="0">
                <a:solidFill>
                  <a:schemeClr val="bg1"/>
                </a:solidFill>
                <a:effectLst/>
                <a:latin typeface="Bookman Old Style" panose="02050604050505020204" pitchFamily="18" charset="0"/>
                <a:ea typeface="Cambria" panose="02040503050406030204" pitchFamily="18" charset="0"/>
                <a:cs typeface="Cambria" panose="02040503050406030204" pitchFamily="18" charset="0"/>
              </a:rPr>
              <a:t>oil.”</a:t>
            </a:r>
            <a:endParaRPr lang="en-IN" sz="2800" b="1" dirty="0">
              <a:solidFill>
                <a:schemeClr val="bg1"/>
              </a:solidFill>
              <a:effectLst/>
              <a:latin typeface="Bookman Old Style" panose="02050604050505020204" pitchFamily="18" charset="0"/>
              <a:ea typeface="Cambria" panose="02040503050406030204" pitchFamily="18" charset="0"/>
              <a:cs typeface="Cambria" panose="02040503050406030204" pitchFamily="18" charset="0"/>
            </a:endParaRPr>
          </a:p>
          <a:p>
            <a:endParaRPr lang="en-IN" dirty="0">
              <a:solidFill>
                <a:schemeClr val="bg1"/>
              </a:solidFill>
            </a:endParaRPr>
          </a:p>
        </p:txBody>
      </p:sp>
      <p:graphicFrame>
        <p:nvGraphicFramePr>
          <p:cNvPr id="8" name="Diagram 7">
            <a:extLst>
              <a:ext uri="{FF2B5EF4-FFF2-40B4-BE49-F238E27FC236}">
                <a16:creationId xmlns:a16="http://schemas.microsoft.com/office/drawing/2014/main" id="{6560CBA9-C2D1-2FAB-2CBF-EFEEBD143137}"/>
              </a:ext>
            </a:extLst>
          </p:cNvPr>
          <p:cNvGraphicFramePr/>
          <p:nvPr>
            <p:extLst>
              <p:ext uri="{D42A27DB-BD31-4B8C-83A1-F6EECF244321}">
                <p14:modId xmlns:p14="http://schemas.microsoft.com/office/powerpoint/2010/main" val="3126142780"/>
              </p:ext>
            </p:extLst>
          </p:nvPr>
        </p:nvGraphicFramePr>
        <p:xfrm>
          <a:off x="1121229" y="2122715"/>
          <a:ext cx="10232571" cy="321128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4171475012"/>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E78AA96-C1AB-EC38-C377-32B72FF2BFE2}"/>
              </a:ext>
            </a:extLst>
          </p:cNvPr>
          <p:cNvPicPr>
            <a:picLocks noChangeAspect="1"/>
          </p:cNvPicPr>
          <p:nvPr/>
        </p:nvPicPr>
        <p:blipFill>
          <a:blip r:embed="rId2"/>
          <a:stretch>
            <a:fillRect/>
          </a:stretch>
        </p:blipFill>
        <p:spPr>
          <a:xfrm>
            <a:off x="0" y="0"/>
            <a:ext cx="12192000" cy="6858000"/>
          </a:xfrm>
          <a:prstGeom prst="rect">
            <a:avLst/>
          </a:prstGeom>
        </p:spPr>
      </p:pic>
      <p:sp>
        <p:nvSpPr>
          <p:cNvPr id="5" name="Rectangle 4">
            <a:extLst>
              <a:ext uri="{FF2B5EF4-FFF2-40B4-BE49-F238E27FC236}">
                <a16:creationId xmlns:a16="http://schemas.microsoft.com/office/drawing/2014/main" id="{3DAE9732-2E1D-38DE-9CBF-D1AD634B85DC}"/>
              </a:ext>
            </a:extLst>
          </p:cNvPr>
          <p:cNvSpPr/>
          <p:nvPr/>
        </p:nvSpPr>
        <p:spPr>
          <a:xfrm>
            <a:off x="1485900" y="1349828"/>
            <a:ext cx="9220200" cy="4365173"/>
          </a:xfrm>
          <a:prstGeom prst="rect">
            <a:avLst/>
          </a:prstGeom>
          <a:solidFill>
            <a:schemeClr val="tx1">
              <a:alpha val="8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42FB82FE-A1BA-CAAC-518E-7D7BE00E32B2}"/>
              </a:ext>
            </a:extLst>
          </p:cNvPr>
          <p:cNvSpPr txBox="1"/>
          <p:nvPr/>
        </p:nvSpPr>
        <p:spPr>
          <a:xfrm>
            <a:off x="1948543" y="1976262"/>
            <a:ext cx="8131628" cy="4401205"/>
          </a:xfrm>
          <a:prstGeom prst="rect">
            <a:avLst/>
          </a:prstGeom>
          <a:noFill/>
        </p:spPr>
        <p:txBody>
          <a:bodyPr wrap="square" rtlCol="0">
            <a:spAutoFit/>
          </a:bodyPr>
          <a:lstStyle/>
          <a:p>
            <a:pPr algn="ctr"/>
            <a:endParaRPr lang="en-US" sz="3200" dirty="0">
              <a:solidFill>
                <a:schemeClr val="bg1"/>
              </a:solidFill>
              <a:latin typeface="Baskerville Old Face" panose="02020602080505020303" pitchFamily="18" charset="0"/>
            </a:endParaRPr>
          </a:p>
          <a:p>
            <a:pPr algn="ctr"/>
            <a:endParaRPr lang="en-US" sz="3200" dirty="0">
              <a:solidFill>
                <a:schemeClr val="bg1"/>
              </a:solidFill>
              <a:latin typeface="Baskerville Old Face" panose="02020602080505020303" pitchFamily="18" charset="0"/>
            </a:endParaRPr>
          </a:p>
          <a:p>
            <a:r>
              <a:rPr lang="en-US" sz="2000" dirty="0">
                <a:solidFill>
                  <a:schemeClr val="bg1"/>
                </a:solidFill>
              </a:rPr>
              <a:t>		</a:t>
            </a:r>
            <a:r>
              <a:rPr lang="en-US" sz="3200" dirty="0">
                <a:solidFill>
                  <a:schemeClr val="bg1"/>
                </a:solidFill>
                <a:latin typeface="Bookman Old Style" panose="02050604050505020204" pitchFamily="18" charset="0"/>
              </a:rPr>
              <a:t>  TRENDS DISCUSSED </a:t>
            </a:r>
          </a:p>
          <a:p>
            <a:r>
              <a:rPr lang="en-US" sz="3200" dirty="0">
                <a:solidFill>
                  <a:schemeClr val="bg1"/>
                </a:solidFill>
                <a:latin typeface="Bookman Old Style" panose="02050604050505020204" pitchFamily="18" charset="0"/>
              </a:rPr>
              <a:t>				IN </a:t>
            </a:r>
          </a:p>
          <a:p>
            <a:r>
              <a:rPr lang="en-US" sz="3200" dirty="0">
                <a:solidFill>
                  <a:schemeClr val="bg1"/>
                </a:solidFill>
                <a:latin typeface="Bookman Old Style" panose="02050604050505020204" pitchFamily="18" charset="0"/>
              </a:rPr>
              <a:t>			PROJECT</a:t>
            </a:r>
          </a:p>
          <a:p>
            <a:r>
              <a:rPr lang="en-US" sz="2000" dirty="0">
                <a:solidFill>
                  <a:schemeClr val="bg1"/>
                </a:solidFill>
              </a:rPr>
              <a:t>		</a:t>
            </a:r>
          </a:p>
          <a:p>
            <a:endParaRPr lang="en-US" sz="2000" dirty="0">
              <a:solidFill>
                <a:schemeClr val="bg1"/>
              </a:solidFill>
            </a:endParaRPr>
          </a:p>
          <a:p>
            <a:endParaRPr lang="en-US" sz="2000" dirty="0">
              <a:solidFill>
                <a:schemeClr val="bg1"/>
              </a:solidFill>
            </a:endParaRPr>
          </a:p>
          <a:p>
            <a:endParaRPr lang="en-US" sz="2000" dirty="0">
              <a:solidFill>
                <a:schemeClr val="bg1"/>
              </a:solidFill>
            </a:endParaRPr>
          </a:p>
          <a:p>
            <a:pPr lvl="8"/>
            <a:r>
              <a:rPr lang="en-US" sz="2000" dirty="0">
                <a:solidFill>
                  <a:schemeClr val="bg1"/>
                </a:solidFill>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endParaRPr lang="en-IN"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endParaRPr>
          </a:p>
          <a:p>
            <a:endParaRPr lang="en-IN" sz="2000" dirty="0">
              <a:solidFill>
                <a:schemeClr val="bg1"/>
              </a:solidFill>
              <a:latin typeface="Impact" panose="020B0806030902050204" pitchFamily="34" charset="0"/>
            </a:endParaRPr>
          </a:p>
        </p:txBody>
      </p:sp>
    </p:spTree>
    <p:extLst>
      <p:ext uri="{BB962C8B-B14F-4D97-AF65-F5344CB8AC3E}">
        <p14:creationId xmlns:p14="http://schemas.microsoft.com/office/powerpoint/2010/main" val="354224601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tx1">
            <a:alpha val="79000"/>
          </a:schemeClr>
        </a:soli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E5B55F38-0DEA-5C33-7846-2A383C6D10FD}"/>
              </a:ext>
            </a:extLst>
          </p:cNvPr>
          <p:cNvPicPr>
            <a:picLocks noChangeAspect="1"/>
          </p:cNvPicPr>
          <p:nvPr/>
        </p:nvPicPr>
        <p:blipFill>
          <a:blip r:embed="rId2"/>
          <a:stretch>
            <a:fillRect/>
          </a:stretch>
        </p:blipFill>
        <p:spPr>
          <a:xfrm>
            <a:off x="3799113" y="0"/>
            <a:ext cx="8392887" cy="6858000"/>
          </a:xfrm>
          <a:prstGeom prst="rect">
            <a:avLst/>
          </a:prstGeom>
          <a:solidFill>
            <a:schemeClr val="tx1"/>
          </a:solidFill>
        </p:spPr>
      </p:pic>
      <p:sp>
        <p:nvSpPr>
          <p:cNvPr id="12" name="TextBox 11">
            <a:extLst>
              <a:ext uri="{FF2B5EF4-FFF2-40B4-BE49-F238E27FC236}">
                <a16:creationId xmlns:a16="http://schemas.microsoft.com/office/drawing/2014/main" id="{E205091E-B2BB-264E-9D64-9DFDBE25A146}"/>
              </a:ext>
            </a:extLst>
          </p:cNvPr>
          <p:cNvSpPr txBox="1"/>
          <p:nvPr/>
        </p:nvSpPr>
        <p:spPr>
          <a:xfrm>
            <a:off x="0" y="1338943"/>
            <a:ext cx="3799113" cy="4247317"/>
          </a:xfrm>
          <a:prstGeom prst="rect">
            <a:avLst/>
          </a:prstGeom>
          <a:noFill/>
        </p:spPr>
        <p:txBody>
          <a:bodyPr wrap="square" rtlCol="0">
            <a:spAutoFit/>
          </a:bodyPr>
          <a:lstStyle/>
          <a:p>
            <a:pPr marL="285750" indent="-285750">
              <a:buFont typeface="Arial" panose="020B0604020202020204" pitchFamily="34" charset="0"/>
              <a:buChar char="•"/>
            </a:pPr>
            <a:r>
              <a:rPr lang="en-US" sz="1800" dirty="0">
                <a:solidFill>
                  <a:schemeClr val="bg1"/>
                </a:solidFill>
                <a:effectLst/>
                <a:latin typeface="Calibri" panose="020F0502020204030204" pitchFamily="34" charset="0"/>
                <a:ea typeface="Cambria" panose="02040503050406030204" pitchFamily="18" charset="0"/>
                <a:cs typeface="Cambria" panose="02040503050406030204" pitchFamily="18" charset="0"/>
              </a:rPr>
              <a:t>Netflix</a:t>
            </a:r>
            <a:r>
              <a:rPr lang="en-US" sz="1800" spc="-45" dirty="0">
                <a:solidFill>
                  <a:schemeClr val="bg1"/>
                </a:solidFill>
                <a:effectLst/>
                <a:latin typeface="Calibri" panose="020F0502020204030204" pitchFamily="34" charset="0"/>
                <a:ea typeface="Cambria" panose="02040503050406030204" pitchFamily="18" charset="0"/>
                <a:cs typeface="Cambria" panose="02040503050406030204" pitchFamily="18" charset="0"/>
              </a:rPr>
              <a:t> </a:t>
            </a:r>
            <a:r>
              <a:rPr lang="en-US" sz="1800" dirty="0">
                <a:solidFill>
                  <a:schemeClr val="bg1"/>
                </a:solidFill>
                <a:effectLst/>
                <a:latin typeface="Calibri" panose="020F0502020204030204" pitchFamily="34" charset="0"/>
                <a:ea typeface="Cambria" panose="02040503050406030204" pitchFamily="18" charset="0"/>
                <a:cs typeface="Cambria" panose="02040503050406030204" pitchFamily="18" charset="0"/>
              </a:rPr>
              <a:t>uses</a:t>
            </a:r>
            <a:r>
              <a:rPr lang="en-US" sz="1800" spc="-55" dirty="0">
                <a:solidFill>
                  <a:schemeClr val="bg1"/>
                </a:solidFill>
                <a:effectLst/>
                <a:latin typeface="Calibri" panose="020F0502020204030204" pitchFamily="34" charset="0"/>
                <a:ea typeface="Cambria" panose="02040503050406030204" pitchFamily="18" charset="0"/>
                <a:cs typeface="Cambria" panose="02040503050406030204" pitchFamily="18" charset="0"/>
              </a:rPr>
              <a:t> </a:t>
            </a:r>
            <a:r>
              <a:rPr lang="en-US" sz="1800" dirty="0">
                <a:solidFill>
                  <a:schemeClr val="bg1"/>
                </a:solidFill>
                <a:effectLst/>
                <a:latin typeface="Calibri" panose="020F0502020204030204" pitchFamily="34" charset="0"/>
                <a:ea typeface="Cambria" panose="02040503050406030204" pitchFamily="18" charset="0"/>
                <a:cs typeface="Cambria" panose="02040503050406030204" pitchFamily="18" charset="0"/>
              </a:rPr>
              <a:t>Data</a:t>
            </a:r>
            <a:r>
              <a:rPr lang="en-US" sz="1800" spc="-45" dirty="0">
                <a:solidFill>
                  <a:schemeClr val="bg1"/>
                </a:solidFill>
                <a:effectLst/>
                <a:latin typeface="Calibri" panose="020F0502020204030204" pitchFamily="34" charset="0"/>
                <a:ea typeface="Cambria" panose="02040503050406030204" pitchFamily="18" charset="0"/>
                <a:cs typeface="Cambria" panose="02040503050406030204" pitchFamily="18" charset="0"/>
              </a:rPr>
              <a:t> </a:t>
            </a:r>
            <a:r>
              <a:rPr lang="en-US" sz="1800" dirty="0">
                <a:solidFill>
                  <a:schemeClr val="bg1"/>
                </a:solidFill>
                <a:effectLst/>
                <a:latin typeface="Calibri" panose="020F0502020204030204" pitchFamily="34" charset="0"/>
                <a:ea typeface="Cambria" panose="02040503050406030204" pitchFamily="18" charset="0"/>
                <a:cs typeface="Cambria" panose="02040503050406030204" pitchFamily="18" charset="0"/>
              </a:rPr>
              <a:t>Science</a:t>
            </a:r>
            <a:r>
              <a:rPr lang="en-US" sz="1800" spc="-305" dirty="0">
                <a:solidFill>
                  <a:schemeClr val="bg1"/>
                </a:solidFill>
                <a:effectLst/>
                <a:latin typeface="Calibri" panose="020F0502020204030204" pitchFamily="34" charset="0"/>
                <a:ea typeface="Cambria" panose="02040503050406030204" pitchFamily="18" charset="0"/>
                <a:cs typeface="Cambria" panose="02040503050406030204" pitchFamily="18" charset="0"/>
              </a:rPr>
              <a:t> </a:t>
            </a:r>
            <a:r>
              <a:rPr lang="en-US" sz="1800" dirty="0">
                <a:solidFill>
                  <a:schemeClr val="bg1"/>
                </a:solidFill>
                <a:effectLst/>
                <a:latin typeface="Calibri" panose="020F0502020204030204" pitchFamily="34" charset="0"/>
                <a:ea typeface="Cambria" panose="02040503050406030204" pitchFamily="18" charset="0"/>
                <a:cs typeface="Cambria" panose="02040503050406030204" pitchFamily="18" charset="0"/>
              </a:rPr>
              <a:t>and Bigdata Analytics</a:t>
            </a:r>
            <a:r>
              <a:rPr lang="en-US" sz="1800" spc="5" dirty="0">
                <a:solidFill>
                  <a:schemeClr val="bg1"/>
                </a:solidFill>
                <a:effectLst/>
                <a:latin typeface="Calibri" panose="020F0502020204030204" pitchFamily="34" charset="0"/>
                <a:ea typeface="Cambria" panose="02040503050406030204" pitchFamily="18" charset="0"/>
                <a:cs typeface="Cambria" panose="02040503050406030204" pitchFamily="18" charset="0"/>
              </a:rPr>
              <a:t> </a:t>
            </a:r>
            <a:r>
              <a:rPr lang="en-US" sz="1800" dirty="0">
                <a:solidFill>
                  <a:schemeClr val="bg1"/>
                </a:solidFill>
                <a:effectLst/>
                <a:latin typeface="Calibri" panose="020F0502020204030204" pitchFamily="34" charset="0"/>
                <a:ea typeface="Cambria" panose="02040503050406030204" pitchFamily="18" charset="0"/>
                <a:cs typeface="Cambria" panose="02040503050406030204" pitchFamily="18" charset="0"/>
              </a:rPr>
              <a:t>in</a:t>
            </a:r>
            <a:r>
              <a:rPr lang="en-US" sz="1800" spc="5" dirty="0">
                <a:solidFill>
                  <a:schemeClr val="bg1"/>
                </a:solidFill>
                <a:effectLst/>
                <a:latin typeface="Calibri" panose="020F0502020204030204" pitchFamily="34" charset="0"/>
                <a:ea typeface="Cambria" panose="02040503050406030204" pitchFamily="18" charset="0"/>
                <a:cs typeface="Cambria" panose="02040503050406030204" pitchFamily="18" charset="0"/>
              </a:rPr>
              <a:t> </a:t>
            </a:r>
            <a:r>
              <a:rPr lang="en-US" sz="1800" dirty="0">
                <a:solidFill>
                  <a:schemeClr val="bg1"/>
                </a:solidFill>
                <a:effectLst/>
                <a:latin typeface="Calibri" panose="020F0502020204030204" pitchFamily="34" charset="0"/>
                <a:ea typeface="Cambria" panose="02040503050406030204" pitchFamily="18" charset="0"/>
                <a:cs typeface="Cambria" panose="02040503050406030204" pitchFamily="18" charset="0"/>
              </a:rPr>
              <a:t>their recommendation systems. In late</a:t>
            </a:r>
            <a:r>
              <a:rPr lang="en-US" sz="1800" spc="5" dirty="0">
                <a:solidFill>
                  <a:schemeClr val="bg1"/>
                </a:solidFill>
                <a:effectLst/>
                <a:latin typeface="Calibri" panose="020F0502020204030204" pitchFamily="34" charset="0"/>
                <a:ea typeface="Cambria" panose="02040503050406030204" pitchFamily="18" charset="0"/>
                <a:cs typeface="Cambria" panose="02040503050406030204" pitchFamily="18" charset="0"/>
              </a:rPr>
              <a:t> </a:t>
            </a:r>
            <a:r>
              <a:rPr lang="en-US" sz="1800" dirty="0">
                <a:solidFill>
                  <a:schemeClr val="bg1"/>
                </a:solidFill>
                <a:effectLst/>
                <a:latin typeface="Calibri" panose="020F0502020204030204" pitchFamily="34" charset="0"/>
                <a:ea typeface="Cambria" panose="02040503050406030204" pitchFamily="18" charset="0"/>
                <a:cs typeface="Cambria" panose="02040503050406030204" pitchFamily="18" charset="0"/>
              </a:rPr>
              <a:t>1990’s,</a:t>
            </a:r>
            <a:r>
              <a:rPr lang="en-US" sz="1800" spc="5" dirty="0">
                <a:solidFill>
                  <a:schemeClr val="bg1"/>
                </a:solidFill>
                <a:effectLst/>
                <a:latin typeface="Calibri" panose="020F0502020204030204" pitchFamily="34" charset="0"/>
                <a:ea typeface="Cambria" panose="02040503050406030204" pitchFamily="18" charset="0"/>
                <a:cs typeface="Cambria" panose="02040503050406030204" pitchFamily="18" charset="0"/>
              </a:rPr>
              <a:t> </a:t>
            </a:r>
            <a:r>
              <a:rPr lang="en-US" sz="1800" dirty="0">
                <a:solidFill>
                  <a:schemeClr val="bg1"/>
                </a:solidFill>
                <a:effectLst/>
                <a:latin typeface="Calibri" panose="020F0502020204030204" pitchFamily="34" charset="0"/>
                <a:ea typeface="Cambria" panose="02040503050406030204" pitchFamily="18" charset="0"/>
                <a:cs typeface="Cambria" panose="02040503050406030204" pitchFamily="18" charset="0"/>
              </a:rPr>
              <a:t>the</a:t>
            </a:r>
            <a:r>
              <a:rPr lang="en-US" sz="1800" spc="5" dirty="0">
                <a:solidFill>
                  <a:schemeClr val="bg1"/>
                </a:solidFill>
                <a:effectLst/>
                <a:latin typeface="Calibri" panose="020F0502020204030204" pitchFamily="34" charset="0"/>
                <a:ea typeface="Cambria" panose="02040503050406030204" pitchFamily="18" charset="0"/>
                <a:cs typeface="Cambria" panose="02040503050406030204" pitchFamily="18" charset="0"/>
              </a:rPr>
              <a:t> </a:t>
            </a:r>
            <a:r>
              <a:rPr lang="en-US" sz="1800" dirty="0">
                <a:solidFill>
                  <a:schemeClr val="bg1"/>
                </a:solidFill>
                <a:effectLst/>
                <a:latin typeface="Calibri" panose="020F0502020204030204" pitchFamily="34" charset="0"/>
                <a:ea typeface="Cambria" panose="02040503050406030204" pitchFamily="18" charset="0"/>
                <a:cs typeface="Cambria" panose="02040503050406030204" pitchFamily="18" charset="0"/>
              </a:rPr>
              <a:t>term</a:t>
            </a:r>
            <a:r>
              <a:rPr lang="en-US" sz="1800" spc="5" dirty="0">
                <a:solidFill>
                  <a:schemeClr val="bg1"/>
                </a:solidFill>
                <a:effectLst/>
                <a:latin typeface="Calibri" panose="020F0502020204030204" pitchFamily="34" charset="0"/>
                <a:ea typeface="Cambria" panose="02040503050406030204" pitchFamily="18" charset="0"/>
                <a:cs typeface="Cambria" panose="02040503050406030204" pitchFamily="18" charset="0"/>
              </a:rPr>
              <a:t> </a:t>
            </a:r>
            <a:r>
              <a:rPr lang="en-US" sz="1800" dirty="0">
                <a:solidFill>
                  <a:schemeClr val="bg1"/>
                </a:solidFill>
                <a:effectLst/>
                <a:latin typeface="Calibri" panose="020F0502020204030204" pitchFamily="34" charset="0"/>
                <a:ea typeface="Cambria" panose="02040503050406030204" pitchFamily="18" charset="0"/>
                <a:cs typeface="Cambria" panose="02040503050406030204" pitchFamily="18" charset="0"/>
              </a:rPr>
              <a:t>recommender system was introduced for the first time in literature of information</a:t>
            </a:r>
            <a:r>
              <a:rPr lang="en-US" sz="1800" spc="5" dirty="0">
                <a:solidFill>
                  <a:schemeClr val="bg1"/>
                </a:solidFill>
                <a:effectLst/>
                <a:latin typeface="Calibri" panose="020F0502020204030204" pitchFamily="34" charset="0"/>
                <a:ea typeface="Cambria" panose="02040503050406030204" pitchFamily="18" charset="0"/>
                <a:cs typeface="Cambria" panose="02040503050406030204" pitchFamily="18" charset="0"/>
              </a:rPr>
              <a:t> </a:t>
            </a:r>
            <a:r>
              <a:rPr lang="en-US" sz="1800" spc="-10" dirty="0">
                <a:solidFill>
                  <a:schemeClr val="bg1"/>
                </a:solidFill>
                <a:effectLst/>
                <a:latin typeface="Calibri" panose="020F0502020204030204" pitchFamily="34" charset="0"/>
                <a:ea typeface="Cambria" panose="02040503050406030204" pitchFamily="18" charset="0"/>
                <a:cs typeface="Cambria" panose="02040503050406030204" pitchFamily="18" charset="0"/>
              </a:rPr>
              <a:t>system</a:t>
            </a:r>
            <a:r>
              <a:rPr lang="en-US" sz="1800" spc="-45" dirty="0">
                <a:solidFill>
                  <a:schemeClr val="bg1"/>
                </a:solidFill>
                <a:effectLst/>
                <a:latin typeface="Calibri" panose="020F0502020204030204" pitchFamily="34" charset="0"/>
                <a:ea typeface="Cambria" panose="02040503050406030204" pitchFamily="18" charset="0"/>
                <a:cs typeface="Cambria" panose="02040503050406030204" pitchFamily="18" charset="0"/>
              </a:rPr>
              <a:t> </a:t>
            </a:r>
            <a:r>
              <a:rPr lang="en-US" sz="1800" spc="-10" dirty="0">
                <a:solidFill>
                  <a:schemeClr val="bg1"/>
                </a:solidFill>
                <a:effectLst/>
                <a:latin typeface="Calibri" panose="020F0502020204030204" pitchFamily="34" charset="0"/>
                <a:ea typeface="Cambria" panose="02040503050406030204" pitchFamily="18" charset="0"/>
                <a:cs typeface="Cambria" panose="02040503050406030204" pitchFamily="18" charset="0"/>
              </a:rPr>
              <a:t>.</a:t>
            </a:r>
            <a:r>
              <a:rPr lang="en-US" sz="1800" spc="-35" dirty="0">
                <a:solidFill>
                  <a:schemeClr val="bg1"/>
                </a:solidFill>
                <a:effectLst/>
                <a:latin typeface="Calibri" panose="020F0502020204030204" pitchFamily="34" charset="0"/>
                <a:ea typeface="Cambria" panose="02040503050406030204" pitchFamily="18" charset="0"/>
                <a:cs typeface="Cambria" panose="02040503050406030204" pitchFamily="18" charset="0"/>
              </a:rPr>
              <a:t> </a:t>
            </a:r>
          </a:p>
          <a:p>
            <a:pPr marL="285750" indent="-285750">
              <a:buFont typeface="Arial" panose="020B0604020202020204" pitchFamily="34" charset="0"/>
              <a:buChar char="•"/>
            </a:pPr>
            <a:r>
              <a:rPr lang="en-US" sz="1800" spc="-5" dirty="0">
                <a:solidFill>
                  <a:schemeClr val="bg1"/>
                </a:solidFill>
                <a:effectLst/>
                <a:latin typeface="Calibri" panose="020F0502020204030204" pitchFamily="34" charset="0"/>
                <a:ea typeface="Cambria" panose="02040503050406030204" pitchFamily="18" charset="0"/>
                <a:cs typeface="Cambria" panose="02040503050406030204" pitchFamily="18" charset="0"/>
              </a:rPr>
              <a:t>The</a:t>
            </a:r>
            <a:r>
              <a:rPr lang="en-US" sz="1800" spc="-35" dirty="0">
                <a:solidFill>
                  <a:schemeClr val="bg1"/>
                </a:solidFill>
                <a:effectLst/>
                <a:latin typeface="Calibri" panose="020F0502020204030204" pitchFamily="34" charset="0"/>
                <a:ea typeface="Cambria" panose="02040503050406030204" pitchFamily="18" charset="0"/>
                <a:cs typeface="Cambria" panose="02040503050406030204" pitchFamily="18" charset="0"/>
              </a:rPr>
              <a:t> </a:t>
            </a:r>
            <a:r>
              <a:rPr lang="en-US" sz="1800" spc="-5" dirty="0">
                <a:solidFill>
                  <a:schemeClr val="bg1"/>
                </a:solidFill>
                <a:effectLst/>
                <a:latin typeface="Calibri" panose="020F0502020204030204" pitchFamily="34" charset="0"/>
                <a:ea typeface="Cambria" panose="02040503050406030204" pitchFamily="18" charset="0"/>
                <a:cs typeface="Cambria" panose="02040503050406030204" pitchFamily="18" charset="0"/>
              </a:rPr>
              <a:t>interest</a:t>
            </a:r>
            <a:r>
              <a:rPr lang="en-US" sz="1800" spc="-50" dirty="0">
                <a:solidFill>
                  <a:schemeClr val="bg1"/>
                </a:solidFill>
                <a:effectLst/>
                <a:latin typeface="Calibri" panose="020F0502020204030204" pitchFamily="34" charset="0"/>
                <a:ea typeface="Cambria" panose="02040503050406030204" pitchFamily="18" charset="0"/>
                <a:cs typeface="Cambria" panose="02040503050406030204" pitchFamily="18" charset="0"/>
              </a:rPr>
              <a:t> </a:t>
            </a:r>
            <a:r>
              <a:rPr lang="en-US" sz="1800" spc="-5" dirty="0">
                <a:solidFill>
                  <a:schemeClr val="bg1"/>
                </a:solidFill>
                <a:effectLst/>
                <a:latin typeface="Calibri" panose="020F0502020204030204" pitchFamily="34" charset="0"/>
                <a:ea typeface="Cambria" panose="02040503050406030204" pitchFamily="18" charset="0"/>
                <a:cs typeface="Cambria" panose="02040503050406030204" pitchFamily="18" charset="0"/>
              </a:rPr>
              <a:t>in</a:t>
            </a:r>
            <a:r>
              <a:rPr lang="en-US" sz="1800" spc="-50" dirty="0">
                <a:solidFill>
                  <a:schemeClr val="bg1"/>
                </a:solidFill>
                <a:effectLst/>
                <a:latin typeface="Calibri" panose="020F0502020204030204" pitchFamily="34" charset="0"/>
                <a:ea typeface="Cambria" panose="02040503050406030204" pitchFamily="18" charset="0"/>
                <a:cs typeface="Cambria" panose="02040503050406030204" pitchFamily="18" charset="0"/>
              </a:rPr>
              <a:t> </a:t>
            </a:r>
            <a:r>
              <a:rPr lang="en-US" sz="1800" spc="-5" dirty="0">
                <a:solidFill>
                  <a:schemeClr val="bg1"/>
                </a:solidFill>
                <a:effectLst/>
                <a:latin typeface="Calibri" panose="020F0502020204030204" pitchFamily="34" charset="0"/>
                <a:ea typeface="Cambria" panose="02040503050406030204" pitchFamily="18" charset="0"/>
                <a:cs typeface="Cambria" panose="02040503050406030204" pitchFamily="18" charset="0"/>
              </a:rPr>
              <a:t>recommendation</a:t>
            </a:r>
            <a:r>
              <a:rPr lang="en-US" sz="1800" spc="-75" dirty="0">
                <a:solidFill>
                  <a:schemeClr val="bg1"/>
                </a:solidFill>
                <a:effectLst/>
                <a:latin typeface="Calibri" panose="020F0502020204030204" pitchFamily="34" charset="0"/>
                <a:ea typeface="Cambria" panose="02040503050406030204" pitchFamily="18" charset="0"/>
                <a:cs typeface="Cambria" panose="02040503050406030204" pitchFamily="18" charset="0"/>
              </a:rPr>
              <a:t> </a:t>
            </a:r>
            <a:r>
              <a:rPr lang="en-US" sz="1800" spc="-5" dirty="0">
                <a:solidFill>
                  <a:schemeClr val="bg1"/>
                </a:solidFill>
                <a:effectLst/>
                <a:latin typeface="Calibri" panose="020F0502020204030204" pitchFamily="34" charset="0"/>
                <a:ea typeface="Cambria" panose="02040503050406030204" pitchFamily="18" charset="0"/>
                <a:cs typeface="Cambria" panose="02040503050406030204" pitchFamily="18" charset="0"/>
              </a:rPr>
              <a:t>system</a:t>
            </a:r>
            <a:r>
              <a:rPr lang="en-US" sz="1800" spc="-45" dirty="0">
                <a:solidFill>
                  <a:schemeClr val="bg1"/>
                </a:solidFill>
                <a:effectLst/>
                <a:latin typeface="Calibri" panose="020F0502020204030204" pitchFamily="34" charset="0"/>
                <a:ea typeface="Cambria" panose="02040503050406030204" pitchFamily="18" charset="0"/>
                <a:cs typeface="Cambria" panose="02040503050406030204" pitchFamily="18" charset="0"/>
              </a:rPr>
              <a:t> </a:t>
            </a:r>
            <a:r>
              <a:rPr lang="en-US" sz="1800" spc="-5" dirty="0">
                <a:solidFill>
                  <a:schemeClr val="bg1"/>
                </a:solidFill>
                <a:effectLst/>
                <a:latin typeface="Calibri" panose="020F0502020204030204" pitchFamily="34" charset="0"/>
                <a:ea typeface="Cambria" panose="02040503050406030204" pitchFamily="18" charset="0"/>
                <a:cs typeface="Cambria" panose="02040503050406030204" pitchFamily="18" charset="0"/>
              </a:rPr>
              <a:t>remains</a:t>
            </a:r>
            <a:r>
              <a:rPr lang="en-US" sz="1800" spc="-35" dirty="0">
                <a:solidFill>
                  <a:schemeClr val="bg1"/>
                </a:solidFill>
                <a:effectLst/>
                <a:latin typeface="Calibri" panose="020F0502020204030204" pitchFamily="34" charset="0"/>
                <a:ea typeface="Cambria" panose="02040503050406030204" pitchFamily="18" charset="0"/>
                <a:cs typeface="Cambria" panose="02040503050406030204" pitchFamily="18" charset="0"/>
              </a:rPr>
              <a:t> </a:t>
            </a:r>
            <a:r>
              <a:rPr lang="en-US" sz="1800" spc="-5" dirty="0">
                <a:solidFill>
                  <a:schemeClr val="bg1"/>
                </a:solidFill>
                <a:effectLst/>
                <a:latin typeface="Calibri" panose="020F0502020204030204" pitchFamily="34" charset="0"/>
                <a:ea typeface="Cambria" panose="02040503050406030204" pitchFamily="18" charset="0"/>
                <a:cs typeface="Cambria" panose="02040503050406030204" pitchFamily="18" charset="0"/>
              </a:rPr>
              <a:t>as</a:t>
            </a:r>
            <a:r>
              <a:rPr lang="en-US" sz="1800" spc="-35" dirty="0">
                <a:solidFill>
                  <a:schemeClr val="bg1"/>
                </a:solidFill>
                <a:effectLst/>
                <a:latin typeface="Calibri" panose="020F0502020204030204" pitchFamily="34" charset="0"/>
                <a:ea typeface="Cambria" panose="02040503050406030204" pitchFamily="18" charset="0"/>
                <a:cs typeface="Cambria" panose="02040503050406030204" pitchFamily="18" charset="0"/>
              </a:rPr>
              <a:t> </a:t>
            </a:r>
            <a:r>
              <a:rPr lang="en-US" sz="1800" spc="-5" dirty="0">
                <a:solidFill>
                  <a:schemeClr val="bg1"/>
                </a:solidFill>
                <a:effectLst/>
                <a:latin typeface="Calibri" panose="020F0502020204030204" pitchFamily="34" charset="0"/>
                <a:ea typeface="Cambria" panose="02040503050406030204" pitchFamily="18" charset="0"/>
                <a:cs typeface="Cambria" panose="02040503050406030204" pitchFamily="18" charset="0"/>
              </a:rPr>
              <a:t>it</a:t>
            </a:r>
            <a:r>
              <a:rPr lang="en-US" sz="1800" spc="-50" dirty="0">
                <a:solidFill>
                  <a:schemeClr val="bg1"/>
                </a:solidFill>
                <a:effectLst/>
                <a:latin typeface="Calibri" panose="020F0502020204030204" pitchFamily="34" charset="0"/>
                <a:ea typeface="Cambria" panose="02040503050406030204" pitchFamily="18" charset="0"/>
                <a:cs typeface="Cambria" panose="02040503050406030204" pitchFamily="18" charset="0"/>
              </a:rPr>
              <a:t> </a:t>
            </a:r>
            <a:r>
              <a:rPr lang="en-US" sz="1800" spc="-5" dirty="0">
                <a:solidFill>
                  <a:schemeClr val="bg1"/>
                </a:solidFill>
                <a:effectLst/>
                <a:latin typeface="Calibri" panose="020F0502020204030204" pitchFamily="34" charset="0"/>
                <a:ea typeface="Cambria" panose="02040503050406030204" pitchFamily="18" charset="0"/>
                <a:cs typeface="Cambria" panose="02040503050406030204" pitchFamily="18" charset="0"/>
              </a:rPr>
              <a:t>is</a:t>
            </a:r>
            <a:r>
              <a:rPr lang="en-US" sz="1800" spc="-35" dirty="0">
                <a:solidFill>
                  <a:schemeClr val="bg1"/>
                </a:solidFill>
                <a:effectLst/>
                <a:latin typeface="Calibri" panose="020F0502020204030204" pitchFamily="34" charset="0"/>
                <a:ea typeface="Cambria" panose="02040503050406030204" pitchFamily="18" charset="0"/>
                <a:cs typeface="Cambria" panose="02040503050406030204" pitchFamily="18" charset="0"/>
              </a:rPr>
              <a:t> </a:t>
            </a:r>
            <a:r>
              <a:rPr lang="en-US" sz="1800" spc="-5" dirty="0">
                <a:solidFill>
                  <a:schemeClr val="bg1"/>
                </a:solidFill>
                <a:effectLst/>
                <a:latin typeface="Calibri" panose="020F0502020204030204" pitchFamily="34" charset="0"/>
                <a:ea typeface="Cambria" panose="02040503050406030204" pitchFamily="18" charset="0"/>
                <a:cs typeface="Cambria" panose="02040503050406030204" pitchFamily="18" charset="0"/>
              </a:rPr>
              <a:t>widely</a:t>
            </a:r>
            <a:r>
              <a:rPr lang="en-US" sz="1800" spc="-45" dirty="0">
                <a:solidFill>
                  <a:schemeClr val="bg1"/>
                </a:solidFill>
                <a:effectLst/>
                <a:latin typeface="Calibri" panose="020F0502020204030204" pitchFamily="34" charset="0"/>
                <a:ea typeface="Cambria" panose="02040503050406030204" pitchFamily="18" charset="0"/>
                <a:cs typeface="Cambria" panose="02040503050406030204" pitchFamily="18" charset="0"/>
              </a:rPr>
              <a:t> </a:t>
            </a:r>
            <a:r>
              <a:rPr lang="en-US" sz="1800" spc="-5" dirty="0">
                <a:solidFill>
                  <a:schemeClr val="bg1"/>
                </a:solidFill>
                <a:effectLst/>
                <a:latin typeface="Calibri" panose="020F0502020204030204" pitchFamily="34" charset="0"/>
                <a:ea typeface="Cambria" panose="02040503050406030204" pitchFamily="18" charset="0"/>
                <a:cs typeface="Cambria" panose="02040503050406030204" pitchFamily="18" charset="0"/>
              </a:rPr>
              <a:t>applicable</a:t>
            </a:r>
            <a:r>
              <a:rPr lang="en-US" sz="1800" spc="-35" dirty="0">
                <a:solidFill>
                  <a:schemeClr val="bg1"/>
                </a:solidFill>
                <a:effectLst/>
                <a:latin typeface="Calibri" panose="020F0502020204030204" pitchFamily="34" charset="0"/>
                <a:ea typeface="Cambria" panose="02040503050406030204" pitchFamily="18" charset="0"/>
                <a:cs typeface="Cambria" panose="02040503050406030204" pitchFamily="18" charset="0"/>
              </a:rPr>
              <a:t> </a:t>
            </a:r>
            <a:r>
              <a:rPr lang="en-US" sz="1800" spc="-5" dirty="0">
                <a:solidFill>
                  <a:schemeClr val="bg1"/>
                </a:solidFill>
                <a:effectLst/>
                <a:latin typeface="Calibri" panose="020F0502020204030204" pitchFamily="34" charset="0"/>
                <a:ea typeface="Cambria" panose="02040503050406030204" pitchFamily="18" charset="0"/>
                <a:cs typeface="Cambria" panose="02040503050406030204" pitchFamily="18" charset="0"/>
              </a:rPr>
              <a:t>to</a:t>
            </a:r>
            <a:r>
              <a:rPr lang="en-US" sz="1800" spc="-305" dirty="0">
                <a:solidFill>
                  <a:schemeClr val="bg1"/>
                </a:solidFill>
                <a:effectLst/>
                <a:latin typeface="Calibri" panose="020F0502020204030204" pitchFamily="34" charset="0"/>
                <a:ea typeface="Cambria" panose="02040503050406030204" pitchFamily="18" charset="0"/>
                <a:cs typeface="Cambria" panose="02040503050406030204" pitchFamily="18" charset="0"/>
              </a:rPr>
              <a:t> </a:t>
            </a:r>
            <a:r>
              <a:rPr lang="en-US" sz="1800" dirty="0">
                <a:solidFill>
                  <a:schemeClr val="bg1"/>
                </a:solidFill>
                <a:effectLst/>
                <a:latin typeface="Calibri" panose="020F0502020204030204" pitchFamily="34" charset="0"/>
                <a:ea typeface="Cambria" panose="02040503050406030204" pitchFamily="18" charset="0"/>
                <a:cs typeface="Cambria" panose="02040503050406030204" pitchFamily="18" charset="0"/>
              </a:rPr>
              <a:t>solve</a:t>
            </a:r>
            <a:r>
              <a:rPr lang="en-US" sz="1800" spc="5" dirty="0">
                <a:solidFill>
                  <a:schemeClr val="bg1"/>
                </a:solidFill>
                <a:effectLst/>
                <a:latin typeface="Calibri" panose="020F0502020204030204" pitchFamily="34" charset="0"/>
                <a:ea typeface="Cambria" panose="02040503050406030204" pitchFamily="18" charset="0"/>
                <a:cs typeface="Cambria" panose="02040503050406030204" pitchFamily="18" charset="0"/>
              </a:rPr>
              <a:t> </a:t>
            </a:r>
            <a:r>
              <a:rPr lang="en-US" sz="1800" dirty="0">
                <a:solidFill>
                  <a:schemeClr val="bg1"/>
                </a:solidFill>
                <a:effectLst/>
                <a:latin typeface="Calibri" panose="020F0502020204030204" pitchFamily="34" charset="0"/>
                <a:ea typeface="Cambria" panose="02040503050406030204" pitchFamily="18" charset="0"/>
                <a:cs typeface="Cambria" panose="02040503050406030204" pitchFamily="18" charset="0"/>
              </a:rPr>
              <a:t>the</a:t>
            </a:r>
            <a:r>
              <a:rPr lang="en-US" sz="1800" spc="5" dirty="0">
                <a:solidFill>
                  <a:schemeClr val="bg1"/>
                </a:solidFill>
                <a:effectLst/>
                <a:latin typeface="Calibri" panose="020F0502020204030204" pitchFamily="34" charset="0"/>
                <a:ea typeface="Cambria" panose="02040503050406030204" pitchFamily="18" charset="0"/>
                <a:cs typeface="Cambria" panose="02040503050406030204" pitchFamily="18" charset="0"/>
              </a:rPr>
              <a:t> </a:t>
            </a:r>
            <a:r>
              <a:rPr lang="en-US" sz="1800" dirty="0">
                <a:solidFill>
                  <a:schemeClr val="bg1"/>
                </a:solidFill>
                <a:effectLst/>
                <a:latin typeface="Calibri" panose="020F0502020204030204" pitchFamily="34" charset="0"/>
                <a:ea typeface="Cambria" panose="02040503050406030204" pitchFamily="18" charset="0"/>
                <a:cs typeface="Cambria" panose="02040503050406030204" pitchFamily="18" charset="0"/>
              </a:rPr>
              <a:t>practical</a:t>
            </a:r>
            <a:r>
              <a:rPr lang="en-US" sz="1800" spc="5" dirty="0">
                <a:solidFill>
                  <a:schemeClr val="bg1"/>
                </a:solidFill>
                <a:effectLst/>
                <a:latin typeface="Calibri" panose="020F0502020204030204" pitchFamily="34" charset="0"/>
                <a:ea typeface="Cambria" panose="02040503050406030204" pitchFamily="18" charset="0"/>
                <a:cs typeface="Cambria" panose="02040503050406030204" pitchFamily="18" charset="0"/>
              </a:rPr>
              <a:t> </a:t>
            </a:r>
            <a:r>
              <a:rPr lang="en-US" sz="1800" dirty="0">
                <a:solidFill>
                  <a:schemeClr val="bg1"/>
                </a:solidFill>
                <a:effectLst/>
                <a:latin typeface="Calibri" panose="020F0502020204030204" pitchFamily="34" charset="0"/>
                <a:ea typeface="Cambria" panose="02040503050406030204" pitchFamily="18" charset="0"/>
                <a:cs typeface="Cambria" panose="02040503050406030204" pitchFamily="18" charset="0"/>
              </a:rPr>
              <a:t>problems</a:t>
            </a:r>
            <a:r>
              <a:rPr lang="en-US" sz="1800" spc="5" dirty="0">
                <a:solidFill>
                  <a:schemeClr val="bg1"/>
                </a:solidFill>
                <a:effectLst/>
                <a:latin typeface="Calibri" panose="020F0502020204030204" pitchFamily="34" charset="0"/>
                <a:ea typeface="Cambria" panose="02040503050406030204" pitchFamily="18" charset="0"/>
                <a:cs typeface="Cambria" panose="02040503050406030204" pitchFamily="18" charset="0"/>
              </a:rPr>
              <a:t> </a:t>
            </a:r>
            <a:r>
              <a:rPr lang="en-US" sz="1800" dirty="0">
                <a:solidFill>
                  <a:schemeClr val="bg1"/>
                </a:solidFill>
                <a:effectLst/>
                <a:latin typeface="Calibri" panose="020F0502020204030204" pitchFamily="34" charset="0"/>
                <a:ea typeface="Cambria" panose="02040503050406030204" pitchFamily="18" charset="0"/>
                <a:cs typeface="Cambria" panose="02040503050406030204" pitchFamily="18" charset="0"/>
              </a:rPr>
              <a:t>of</a:t>
            </a:r>
            <a:r>
              <a:rPr lang="en-US" sz="1800" spc="5" dirty="0">
                <a:solidFill>
                  <a:schemeClr val="bg1"/>
                </a:solidFill>
                <a:effectLst/>
                <a:latin typeface="Calibri" panose="020F0502020204030204" pitchFamily="34" charset="0"/>
                <a:ea typeface="Cambria" panose="02040503050406030204" pitchFamily="18" charset="0"/>
                <a:cs typeface="Cambria" panose="02040503050406030204" pitchFamily="18" charset="0"/>
              </a:rPr>
              <a:t> </a:t>
            </a:r>
            <a:r>
              <a:rPr lang="en-US" sz="1800" dirty="0">
                <a:solidFill>
                  <a:schemeClr val="bg1"/>
                </a:solidFill>
                <a:effectLst/>
                <a:latin typeface="Calibri" panose="020F0502020204030204" pitchFamily="34" charset="0"/>
                <a:ea typeface="Cambria" panose="02040503050406030204" pitchFamily="18" charset="0"/>
                <a:cs typeface="Cambria" panose="02040503050406030204" pitchFamily="18" charset="0"/>
              </a:rPr>
              <a:t>many</a:t>
            </a:r>
            <a:r>
              <a:rPr lang="en-US" sz="1800" spc="5" dirty="0">
                <a:solidFill>
                  <a:schemeClr val="bg1"/>
                </a:solidFill>
                <a:effectLst/>
                <a:latin typeface="Calibri" panose="020F0502020204030204" pitchFamily="34" charset="0"/>
                <a:ea typeface="Cambria" panose="02040503050406030204" pitchFamily="18" charset="0"/>
                <a:cs typeface="Cambria" panose="02040503050406030204" pitchFamily="18" charset="0"/>
              </a:rPr>
              <a:t> </a:t>
            </a:r>
            <a:r>
              <a:rPr lang="en-US" sz="1800" dirty="0">
                <a:solidFill>
                  <a:schemeClr val="bg1"/>
                </a:solidFill>
                <a:effectLst/>
                <a:latin typeface="Calibri" panose="020F0502020204030204" pitchFamily="34" charset="0"/>
                <a:ea typeface="Cambria" panose="02040503050406030204" pitchFamily="18" charset="0"/>
                <a:cs typeface="Cambria" panose="02040503050406030204" pitchFamily="18" charset="0"/>
              </a:rPr>
              <a:t>companies.</a:t>
            </a:r>
            <a:r>
              <a:rPr lang="en-US" sz="1800" spc="5" dirty="0">
                <a:solidFill>
                  <a:schemeClr val="bg1"/>
                </a:solidFill>
                <a:effectLst/>
                <a:latin typeface="Calibri" panose="020F0502020204030204" pitchFamily="34" charset="0"/>
                <a:ea typeface="Cambria" panose="02040503050406030204" pitchFamily="18" charset="0"/>
                <a:cs typeface="Cambria" panose="02040503050406030204" pitchFamily="18" charset="0"/>
              </a:rPr>
              <a:t> </a:t>
            </a:r>
            <a:r>
              <a:rPr lang="en-US" sz="1800" dirty="0">
                <a:solidFill>
                  <a:schemeClr val="bg1"/>
                </a:solidFill>
                <a:effectLst/>
                <a:latin typeface="Calibri" panose="020F0502020204030204" pitchFamily="34" charset="0"/>
                <a:ea typeface="Cambria" panose="02040503050406030204" pitchFamily="18" charset="0"/>
                <a:cs typeface="Cambria" panose="02040503050406030204" pitchFamily="18" charset="0"/>
              </a:rPr>
              <a:t>Many</a:t>
            </a:r>
            <a:r>
              <a:rPr lang="en-US" sz="1800" spc="5" dirty="0">
                <a:solidFill>
                  <a:schemeClr val="bg1"/>
                </a:solidFill>
                <a:effectLst/>
                <a:latin typeface="Calibri" panose="020F0502020204030204" pitchFamily="34" charset="0"/>
                <a:ea typeface="Cambria" panose="02040503050406030204" pitchFamily="18" charset="0"/>
                <a:cs typeface="Cambria" panose="02040503050406030204" pitchFamily="18" charset="0"/>
              </a:rPr>
              <a:t> </a:t>
            </a:r>
            <a:r>
              <a:rPr lang="en-US" sz="1800" dirty="0">
                <a:solidFill>
                  <a:schemeClr val="bg1"/>
                </a:solidFill>
                <a:effectLst/>
                <a:latin typeface="Calibri" panose="020F0502020204030204" pitchFamily="34" charset="0"/>
                <a:ea typeface="Cambria" panose="02040503050406030204" pitchFamily="18" charset="0"/>
                <a:cs typeface="Cambria" panose="02040503050406030204" pitchFamily="18" charset="0"/>
              </a:rPr>
              <a:t>companies</a:t>
            </a:r>
            <a:r>
              <a:rPr lang="en-US" sz="1800" spc="5" dirty="0">
                <a:solidFill>
                  <a:schemeClr val="bg1"/>
                </a:solidFill>
                <a:effectLst/>
                <a:latin typeface="Calibri" panose="020F0502020204030204" pitchFamily="34" charset="0"/>
                <a:ea typeface="Cambria" panose="02040503050406030204" pitchFamily="18" charset="0"/>
                <a:cs typeface="Cambria" panose="02040503050406030204" pitchFamily="18" charset="0"/>
              </a:rPr>
              <a:t> </a:t>
            </a:r>
            <a:r>
              <a:rPr lang="en-US" sz="1800" dirty="0">
                <a:solidFill>
                  <a:schemeClr val="bg1"/>
                </a:solidFill>
                <a:effectLst/>
                <a:latin typeface="Calibri" panose="020F0502020204030204" pitchFamily="34" charset="0"/>
                <a:ea typeface="Cambria" panose="02040503050406030204" pitchFamily="18" charset="0"/>
                <a:cs typeface="Cambria" panose="02040503050406030204" pitchFamily="18" charset="0"/>
              </a:rPr>
              <a:t>like</a:t>
            </a:r>
            <a:r>
              <a:rPr lang="en-US" sz="1800" spc="5" dirty="0">
                <a:solidFill>
                  <a:schemeClr val="bg1"/>
                </a:solidFill>
                <a:effectLst/>
                <a:latin typeface="Calibri" panose="020F0502020204030204" pitchFamily="34" charset="0"/>
                <a:ea typeface="Cambria" panose="02040503050406030204" pitchFamily="18" charset="0"/>
                <a:cs typeface="Cambria" panose="02040503050406030204" pitchFamily="18" charset="0"/>
              </a:rPr>
              <a:t> </a:t>
            </a:r>
            <a:r>
              <a:rPr lang="en-US" sz="1800" dirty="0">
                <a:solidFill>
                  <a:schemeClr val="bg1"/>
                </a:solidFill>
                <a:effectLst/>
                <a:latin typeface="Calibri" panose="020F0502020204030204" pitchFamily="34" charset="0"/>
                <a:ea typeface="Cambria" panose="02040503050406030204" pitchFamily="18" charset="0"/>
                <a:cs typeface="Cambria" panose="02040503050406030204" pitchFamily="18" charset="0"/>
              </a:rPr>
              <a:t>amazon,</a:t>
            </a:r>
            <a:r>
              <a:rPr lang="en-US" sz="1800" spc="5" dirty="0">
                <a:solidFill>
                  <a:schemeClr val="bg1"/>
                </a:solidFill>
                <a:effectLst/>
                <a:latin typeface="Calibri" panose="020F0502020204030204" pitchFamily="34" charset="0"/>
                <a:ea typeface="Cambria" panose="02040503050406030204" pitchFamily="18" charset="0"/>
                <a:cs typeface="Cambria" panose="02040503050406030204" pitchFamily="18" charset="0"/>
              </a:rPr>
              <a:t> </a:t>
            </a:r>
            <a:r>
              <a:rPr lang="en-US" sz="1800" dirty="0">
                <a:solidFill>
                  <a:schemeClr val="bg1"/>
                </a:solidFill>
                <a:effectLst/>
                <a:latin typeface="Calibri" panose="020F0502020204030204" pitchFamily="34" charset="0"/>
                <a:ea typeface="Cambria" panose="02040503050406030204" pitchFamily="18" charset="0"/>
                <a:cs typeface="Cambria" panose="02040503050406030204" pitchFamily="18" charset="0"/>
              </a:rPr>
              <a:t>Microsoft</a:t>
            </a:r>
            <a:r>
              <a:rPr lang="en-US" sz="1800" spc="-10" dirty="0">
                <a:solidFill>
                  <a:schemeClr val="bg1"/>
                </a:solidFill>
                <a:effectLst/>
                <a:latin typeface="Calibri" panose="020F0502020204030204" pitchFamily="34" charset="0"/>
                <a:ea typeface="Cambria" panose="02040503050406030204" pitchFamily="18" charset="0"/>
                <a:cs typeface="Cambria" panose="02040503050406030204" pitchFamily="18" charset="0"/>
              </a:rPr>
              <a:t> </a:t>
            </a:r>
            <a:r>
              <a:rPr lang="en-US" sz="1800" dirty="0">
                <a:solidFill>
                  <a:schemeClr val="bg1"/>
                </a:solidFill>
                <a:effectLst/>
                <a:latin typeface="Calibri" panose="020F0502020204030204" pitchFamily="34" charset="0"/>
                <a:ea typeface="Cambria" panose="02040503050406030204" pitchFamily="18" charset="0"/>
                <a:cs typeface="Cambria" panose="02040503050406030204" pitchFamily="18" charset="0"/>
              </a:rPr>
              <a:t>etc. have</a:t>
            </a:r>
            <a:r>
              <a:rPr lang="en-US" sz="1800" spc="-15" dirty="0">
                <a:solidFill>
                  <a:schemeClr val="bg1"/>
                </a:solidFill>
                <a:effectLst/>
                <a:latin typeface="Calibri" panose="020F0502020204030204" pitchFamily="34" charset="0"/>
                <a:ea typeface="Cambria" panose="02040503050406030204" pitchFamily="18" charset="0"/>
                <a:cs typeface="Cambria" panose="02040503050406030204" pitchFamily="18" charset="0"/>
              </a:rPr>
              <a:t> </a:t>
            </a:r>
            <a:r>
              <a:rPr lang="en-US" sz="1800" dirty="0">
                <a:solidFill>
                  <a:schemeClr val="bg1"/>
                </a:solidFill>
                <a:effectLst/>
                <a:latin typeface="Calibri" panose="020F0502020204030204" pitchFamily="34" charset="0"/>
                <a:ea typeface="Cambria" panose="02040503050406030204" pitchFamily="18" charset="0"/>
                <a:cs typeface="Cambria" panose="02040503050406030204" pitchFamily="18" charset="0"/>
              </a:rPr>
              <a:t>a</a:t>
            </a:r>
            <a:r>
              <a:rPr lang="en-US" sz="1800" spc="20" dirty="0">
                <a:solidFill>
                  <a:schemeClr val="bg1"/>
                </a:solidFill>
                <a:effectLst/>
                <a:latin typeface="Calibri" panose="020F0502020204030204" pitchFamily="34" charset="0"/>
                <a:ea typeface="Cambria" panose="02040503050406030204" pitchFamily="18" charset="0"/>
                <a:cs typeface="Cambria" panose="02040503050406030204" pitchFamily="18" charset="0"/>
              </a:rPr>
              <a:t> </a:t>
            </a:r>
            <a:r>
              <a:rPr lang="en-US" sz="1800" dirty="0">
                <a:solidFill>
                  <a:schemeClr val="bg1"/>
                </a:solidFill>
                <a:effectLst/>
                <a:latin typeface="Calibri" panose="020F0502020204030204" pitchFamily="34" charset="0"/>
                <a:ea typeface="Cambria" panose="02040503050406030204" pitchFamily="18" charset="0"/>
                <a:cs typeface="Cambria" panose="02040503050406030204" pitchFamily="18" charset="0"/>
              </a:rPr>
              <a:t>commercial</a:t>
            </a:r>
            <a:r>
              <a:rPr lang="en-US" sz="1800" spc="-20" dirty="0">
                <a:solidFill>
                  <a:schemeClr val="bg1"/>
                </a:solidFill>
                <a:effectLst/>
                <a:latin typeface="Calibri" panose="020F0502020204030204" pitchFamily="34" charset="0"/>
                <a:ea typeface="Cambria" panose="02040503050406030204" pitchFamily="18" charset="0"/>
                <a:cs typeface="Cambria" panose="02040503050406030204" pitchFamily="18" charset="0"/>
              </a:rPr>
              <a:t> </a:t>
            </a:r>
            <a:r>
              <a:rPr lang="en-US" sz="1800" dirty="0">
                <a:solidFill>
                  <a:schemeClr val="bg1"/>
                </a:solidFill>
                <a:effectLst/>
                <a:latin typeface="Calibri" panose="020F0502020204030204" pitchFamily="34" charset="0"/>
                <a:ea typeface="Cambria" panose="02040503050406030204" pitchFamily="18" charset="0"/>
                <a:cs typeface="Cambria" panose="02040503050406030204" pitchFamily="18" charset="0"/>
              </a:rPr>
              <a:t>recommendation</a:t>
            </a:r>
            <a:r>
              <a:rPr lang="en-US" sz="1800" spc="-20" dirty="0">
                <a:solidFill>
                  <a:schemeClr val="bg1"/>
                </a:solidFill>
                <a:effectLst/>
                <a:latin typeface="Calibri" panose="020F0502020204030204" pitchFamily="34" charset="0"/>
                <a:ea typeface="Cambria" panose="02040503050406030204" pitchFamily="18" charset="0"/>
                <a:cs typeface="Cambria" panose="02040503050406030204" pitchFamily="18" charset="0"/>
              </a:rPr>
              <a:t> </a:t>
            </a:r>
            <a:r>
              <a:rPr lang="en-US" sz="1800" dirty="0">
                <a:solidFill>
                  <a:schemeClr val="bg1"/>
                </a:solidFill>
                <a:effectLst/>
                <a:latin typeface="Calibri" panose="020F0502020204030204" pitchFamily="34" charset="0"/>
                <a:ea typeface="Cambria" panose="02040503050406030204" pitchFamily="18" charset="0"/>
                <a:cs typeface="Cambria" panose="02040503050406030204" pitchFamily="18" charset="0"/>
              </a:rPr>
              <a:t>system.</a:t>
            </a:r>
            <a:endParaRPr lang="en-IN"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endParaRPr>
          </a:p>
          <a:p>
            <a:endParaRPr lang="en-IN" dirty="0"/>
          </a:p>
        </p:txBody>
      </p:sp>
    </p:spTree>
    <p:extLst>
      <p:ext uri="{BB962C8B-B14F-4D97-AF65-F5344CB8AC3E}">
        <p14:creationId xmlns:p14="http://schemas.microsoft.com/office/powerpoint/2010/main" val="8882325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tx1">
            <a:lumMod val="95000"/>
            <a:lumOff val="5000"/>
          </a:schemeClr>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297C621-CAB3-814A-48A3-9B8DC0AF06F0}"/>
              </a:ext>
            </a:extLst>
          </p:cNvPr>
          <p:cNvPicPr>
            <a:picLocks noChangeAspect="1"/>
          </p:cNvPicPr>
          <p:nvPr/>
        </p:nvPicPr>
        <p:blipFill rotWithShape="1">
          <a:blip r:embed="rId2"/>
          <a:srcRect t="3940"/>
          <a:stretch/>
        </p:blipFill>
        <p:spPr>
          <a:xfrm>
            <a:off x="247440" y="1839685"/>
            <a:ext cx="11697119" cy="4789245"/>
          </a:xfrm>
          <a:prstGeom prst="rect">
            <a:avLst/>
          </a:prstGeom>
          <a:ln w="228600" cap="sq" cmpd="thickThin">
            <a:solidFill>
              <a:srgbClr val="000000"/>
            </a:solidFill>
            <a:prstDash val="solid"/>
            <a:miter lim="800000"/>
          </a:ln>
          <a:effectLst>
            <a:innerShdw blurRad="76200">
              <a:srgbClr val="000000"/>
            </a:innerShdw>
          </a:effectLst>
        </p:spPr>
      </p:pic>
      <p:sp>
        <p:nvSpPr>
          <p:cNvPr id="3" name="TextBox 2">
            <a:extLst>
              <a:ext uri="{FF2B5EF4-FFF2-40B4-BE49-F238E27FC236}">
                <a16:creationId xmlns:a16="http://schemas.microsoft.com/office/drawing/2014/main" id="{3D33746B-8897-949F-8477-19EEDD2C707C}"/>
              </a:ext>
            </a:extLst>
          </p:cNvPr>
          <p:cNvSpPr txBox="1"/>
          <p:nvPr/>
        </p:nvSpPr>
        <p:spPr>
          <a:xfrm>
            <a:off x="247440" y="762467"/>
            <a:ext cx="7946570" cy="1077218"/>
          </a:xfrm>
          <a:prstGeom prst="rect">
            <a:avLst/>
          </a:prstGeom>
          <a:noFill/>
        </p:spPr>
        <p:txBody>
          <a:bodyPr wrap="square" rtlCol="0">
            <a:spAutoFit/>
          </a:bodyPr>
          <a:lstStyle/>
          <a:p>
            <a:r>
              <a:rPr lang="en-US" sz="32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Distribution</a:t>
            </a:r>
            <a:r>
              <a:rPr lang="en-US" sz="3200" spc="1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32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Of </a:t>
            </a:r>
            <a:r>
              <a:rPr lang="en-US" sz="3200" spc="-27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32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Content</a:t>
            </a:r>
            <a:r>
              <a:rPr lang="en-US" sz="3200" spc="2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32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Ratings</a:t>
            </a:r>
            <a:r>
              <a:rPr lang="en-US" sz="3200" spc="3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32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On</a:t>
            </a:r>
            <a:r>
              <a:rPr lang="en-US" sz="3200" spc="4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32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Netflix:</a:t>
            </a:r>
            <a:endParaRPr lang="en-IN" sz="3200" dirty="0">
              <a:solidFill>
                <a:schemeClr val="bg1"/>
              </a:solidFill>
              <a:effectLst/>
              <a:latin typeface="Cambria" panose="02040503050406030204" pitchFamily="18" charset="0"/>
              <a:ea typeface="Cambria" panose="02040503050406030204" pitchFamily="18" charset="0"/>
              <a:cs typeface="Cambria" panose="02040503050406030204" pitchFamily="18" charset="0"/>
            </a:endParaRPr>
          </a:p>
          <a:p>
            <a:endParaRPr lang="en-IN" sz="3200" dirty="0">
              <a:solidFill>
                <a:schemeClr val="bg1"/>
              </a:solidFill>
            </a:endParaRPr>
          </a:p>
        </p:txBody>
      </p:sp>
    </p:spTree>
    <p:extLst>
      <p:ext uri="{BB962C8B-B14F-4D97-AF65-F5344CB8AC3E}">
        <p14:creationId xmlns:p14="http://schemas.microsoft.com/office/powerpoint/2010/main" val="4212748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tx1">
            <a:lumMod val="95000"/>
            <a:lumOff val="5000"/>
          </a:schemeClr>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D16E4F7-2E23-0269-8A36-167BC334A60E}"/>
              </a:ext>
            </a:extLst>
          </p:cNvPr>
          <p:cNvPicPr>
            <a:picLocks noChangeAspect="1"/>
          </p:cNvPicPr>
          <p:nvPr/>
        </p:nvPicPr>
        <p:blipFill rotWithShape="1">
          <a:blip r:embed="rId2"/>
          <a:srcRect t="11837"/>
          <a:stretch/>
        </p:blipFill>
        <p:spPr>
          <a:xfrm>
            <a:off x="76200" y="2166258"/>
            <a:ext cx="12115800" cy="4408714"/>
          </a:xfrm>
          <a:prstGeom prst="rect">
            <a:avLst/>
          </a:prstGeom>
        </p:spPr>
      </p:pic>
      <p:sp>
        <p:nvSpPr>
          <p:cNvPr id="4" name="TextBox 3">
            <a:extLst>
              <a:ext uri="{FF2B5EF4-FFF2-40B4-BE49-F238E27FC236}">
                <a16:creationId xmlns:a16="http://schemas.microsoft.com/office/drawing/2014/main" id="{78DC00DF-D403-FF87-C651-532B705D6021}"/>
              </a:ext>
            </a:extLst>
          </p:cNvPr>
          <p:cNvSpPr txBox="1"/>
          <p:nvPr/>
        </p:nvSpPr>
        <p:spPr>
          <a:xfrm>
            <a:off x="707571" y="968829"/>
            <a:ext cx="5388429" cy="584775"/>
          </a:xfrm>
          <a:prstGeom prst="rect">
            <a:avLst/>
          </a:prstGeom>
          <a:noFill/>
        </p:spPr>
        <p:txBody>
          <a:bodyPr wrap="square" rtlCol="0">
            <a:spAutoFit/>
          </a:bodyPr>
          <a:lstStyle/>
          <a:p>
            <a:r>
              <a:rPr lang="en-IN" sz="3200" dirty="0">
                <a:solidFill>
                  <a:schemeClr val="bg1"/>
                </a:solidFill>
              </a:rPr>
              <a:t>TOP 5 DIRECTORS OF NETFLIX:</a:t>
            </a:r>
          </a:p>
        </p:txBody>
      </p:sp>
    </p:spTree>
    <p:extLst>
      <p:ext uri="{BB962C8B-B14F-4D97-AF65-F5344CB8AC3E}">
        <p14:creationId xmlns:p14="http://schemas.microsoft.com/office/powerpoint/2010/main" val="16727994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E01E6EF-EAA5-2CA2-0318-0F9FA16A48C5}"/>
              </a:ext>
            </a:extLst>
          </p:cNvPr>
          <p:cNvPicPr>
            <a:picLocks noChangeAspect="1"/>
          </p:cNvPicPr>
          <p:nvPr/>
        </p:nvPicPr>
        <p:blipFill rotWithShape="1">
          <a:blip r:embed="rId2">
            <a:extLst>
              <a:ext uri="{28A0092B-C50C-407E-A947-70E740481C1C}">
                <a14:useLocalDpi xmlns:a14="http://schemas.microsoft.com/office/drawing/2010/main" val="0"/>
              </a:ext>
            </a:extLst>
          </a:blip>
          <a:srcRect t="13646" b="217"/>
          <a:stretch/>
        </p:blipFill>
        <p:spPr>
          <a:xfrm>
            <a:off x="38100" y="2449286"/>
            <a:ext cx="12115800" cy="4307340"/>
          </a:xfrm>
          <a:prstGeom prst="rect">
            <a:avLst/>
          </a:prstGeom>
        </p:spPr>
      </p:pic>
      <p:sp>
        <p:nvSpPr>
          <p:cNvPr id="4" name="TextBox 3">
            <a:extLst>
              <a:ext uri="{FF2B5EF4-FFF2-40B4-BE49-F238E27FC236}">
                <a16:creationId xmlns:a16="http://schemas.microsoft.com/office/drawing/2014/main" id="{8E38CFA2-4DB7-689E-A37B-67297AA3F5C5}"/>
              </a:ext>
            </a:extLst>
          </p:cNvPr>
          <p:cNvSpPr txBox="1"/>
          <p:nvPr/>
        </p:nvSpPr>
        <p:spPr>
          <a:xfrm>
            <a:off x="293914" y="1317640"/>
            <a:ext cx="5802086" cy="584775"/>
          </a:xfrm>
          <a:prstGeom prst="rect">
            <a:avLst/>
          </a:prstGeom>
          <a:noFill/>
        </p:spPr>
        <p:txBody>
          <a:bodyPr wrap="square" rtlCol="0">
            <a:spAutoFit/>
          </a:bodyPr>
          <a:lstStyle/>
          <a:p>
            <a:r>
              <a:rPr lang="en-IN" sz="3200" dirty="0">
                <a:solidFill>
                  <a:schemeClr val="bg1"/>
                </a:solidFill>
              </a:rPr>
              <a:t>TOP 5 ACTORS OF NETFLIX:</a:t>
            </a:r>
          </a:p>
        </p:txBody>
      </p:sp>
    </p:spTree>
    <p:extLst>
      <p:ext uri="{BB962C8B-B14F-4D97-AF65-F5344CB8AC3E}">
        <p14:creationId xmlns:p14="http://schemas.microsoft.com/office/powerpoint/2010/main" val="3581629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tx1">
            <a:lumMod val="95000"/>
            <a:lumOff val="5000"/>
          </a:schemeClr>
        </a:solidFill>
        <a:effectLst/>
      </p:bgPr>
    </p:bg>
    <p:spTree>
      <p:nvGrpSpPr>
        <p:cNvPr id="1" name=""/>
        <p:cNvGrpSpPr/>
        <p:nvPr/>
      </p:nvGrpSpPr>
      <p:grpSpPr>
        <a:xfrm>
          <a:off x="0" y="0"/>
          <a:ext cx="0" cy="0"/>
          <a:chOff x="0" y="0"/>
          <a:chExt cx="0" cy="0"/>
        </a:xfrm>
      </p:grpSpPr>
      <p:pic>
        <p:nvPicPr>
          <p:cNvPr id="2" name="image4.jpeg">
            <a:extLst>
              <a:ext uri="{FF2B5EF4-FFF2-40B4-BE49-F238E27FC236}">
                <a16:creationId xmlns:a16="http://schemas.microsoft.com/office/drawing/2014/main" id="{93D1E7AF-13B9-A4D9-EE80-5CBC06BCD35D}"/>
              </a:ext>
            </a:extLst>
          </p:cNvPr>
          <p:cNvPicPr>
            <a:picLocks noChangeAspect="1"/>
          </p:cNvPicPr>
          <p:nvPr/>
        </p:nvPicPr>
        <p:blipFill rotWithShape="1">
          <a:blip r:embed="rId2" cstate="print"/>
          <a:srcRect t="7924" b="1"/>
          <a:stretch/>
        </p:blipFill>
        <p:spPr>
          <a:xfrm>
            <a:off x="249996" y="2209801"/>
            <a:ext cx="11833146" cy="4517570"/>
          </a:xfrm>
          <a:prstGeom prst="rect">
            <a:avLst/>
          </a:prstGeom>
        </p:spPr>
      </p:pic>
      <p:sp>
        <p:nvSpPr>
          <p:cNvPr id="3" name="TextBox 2">
            <a:extLst>
              <a:ext uri="{FF2B5EF4-FFF2-40B4-BE49-F238E27FC236}">
                <a16:creationId xmlns:a16="http://schemas.microsoft.com/office/drawing/2014/main" id="{33724537-F0A0-3EDF-9BCF-BC800EAECA53}"/>
              </a:ext>
            </a:extLst>
          </p:cNvPr>
          <p:cNvSpPr txBox="1"/>
          <p:nvPr/>
        </p:nvSpPr>
        <p:spPr>
          <a:xfrm>
            <a:off x="249996" y="1077686"/>
            <a:ext cx="10123714" cy="523220"/>
          </a:xfrm>
          <a:prstGeom prst="rect">
            <a:avLst/>
          </a:prstGeom>
          <a:noFill/>
        </p:spPr>
        <p:txBody>
          <a:bodyPr wrap="square" rtlCol="0">
            <a:spAutoFit/>
          </a:bodyPr>
          <a:lstStyle/>
          <a:p>
            <a:r>
              <a:rPr lang="en-US" sz="2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THE</a:t>
            </a:r>
            <a:r>
              <a:rPr lang="en-US" sz="2800" spc="1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2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TREND</a:t>
            </a:r>
            <a:r>
              <a:rPr lang="en-US" sz="2800" spc="11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2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OF</a:t>
            </a:r>
            <a:r>
              <a:rPr lang="en-US" sz="2800" spc="9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2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PRODUCTION</a:t>
            </a:r>
            <a:r>
              <a:rPr lang="en-US" sz="2800" spc="11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2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OVER</a:t>
            </a:r>
            <a:r>
              <a:rPr lang="en-US" sz="2800" spc="9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2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THE</a:t>
            </a:r>
            <a:r>
              <a:rPr lang="en-US" sz="2800" spc="1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2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YEARS</a:t>
            </a:r>
            <a:r>
              <a:rPr lang="en-US" sz="2800" spc="10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2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ON</a:t>
            </a:r>
            <a:r>
              <a:rPr lang="en-US" sz="2800" spc="11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2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NETFLIX:</a:t>
            </a:r>
            <a:endParaRPr lang="en-IN" sz="2800" dirty="0">
              <a:solidFill>
                <a:schemeClr val="bg1"/>
              </a:solidFill>
            </a:endParaRPr>
          </a:p>
        </p:txBody>
      </p:sp>
    </p:spTree>
    <p:extLst>
      <p:ext uri="{BB962C8B-B14F-4D97-AF65-F5344CB8AC3E}">
        <p14:creationId xmlns:p14="http://schemas.microsoft.com/office/powerpoint/2010/main" val="23357818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tx1">
            <a:lumMod val="95000"/>
            <a:lumOff val="5000"/>
          </a:schemeClr>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D5C9427-23E3-942B-8409-D43641AAACC4}"/>
              </a:ext>
            </a:extLst>
          </p:cNvPr>
          <p:cNvPicPr>
            <a:picLocks noChangeAspect="1"/>
          </p:cNvPicPr>
          <p:nvPr/>
        </p:nvPicPr>
        <p:blipFill rotWithShape="1">
          <a:blip r:embed="rId2"/>
          <a:srcRect t="5767"/>
          <a:stretch/>
        </p:blipFill>
        <p:spPr>
          <a:xfrm>
            <a:off x="23605" y="2253342"/>
            <a:ext cx="12168395" cy="4604657"/>
          </a:xfrm>
          <a:prstGeom prst="rect">
            <a:avLst/>
          </a:prstGeom>
        </p:spPr>
      </p:pic>
      <p:sp>
        <p:nvSpPr>
          <p:cNvPr id="3" name="TextBox 2">
            <a:extLst>
              <a:ext uri="{FF2B5EF4-FFF2-40B4-BE49-F238E27FC236}">
                <a16:creationId xmlns:a16="http://schemas.microsoft.com/office/drawing/2014/main" id="{A79CC0B3-E003-FD8F-6D57-4F2DB3055ED2}"/>
              </a:ext>
            </a:extLst>
          </p:cNvPr>
          <p:cNvSpPr txBox="1"/>
          <p:nvPr/>
        </p:nvSpPr>
        <p:spPr>
          <a:xfrm>
            <a:off x="249996" y="1077686"/>
            <a:ext cx="10123714" cy="1384995"/>
          </a:xfrm>
          <a:prstGeom prst="rect">
            <a:avLst/>
          </a:prstGeom>
          <a:noFill/>
        </p:spPr>
        <p:txBody>
          <a:bodyPr wrap="square" rtlCol="0">
            <a:spAutoFit/>
          </a:bodyPr>
          <a:lstStyle/>
          <a:p>
            <a:r>
              <a:rPr lang="en-US" sz="36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SENTIMENT</a:t>
            </a:r>
            <a:r>
              <a:rPr lang="en-US" sz="3600" spc="-3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36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OF</a:t>
            </a:r>
            <a:r>
              <a:rPr lang="en-US" sz="3600" spc="-4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36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CONTENT</a:t>
            </a:r>
            <a:r>
              <a:rPr lang="en-US" sz="3600" spc="-3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36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ON</a:t>
            </a:r>
            <a:r>
              <a:rPr lang="en-US" sz="3600" spc="-3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36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NETFLIX:</a:t>
            </a:r>
            <a:endParaRPr lang="en-IN" sz="3600" dirty="0">
              <a:solidFill>
                <a:schemeClr val="bg1"/>
              </a:solidFill>
              <a:effectLst/>
              <a:latin typeface="Cambria" panose="02040503050406030204" pitchFamily="18" charset="0"/>
              <a:ea typeface="Cambria" panose="02040503050406030204" pitchFamily="18" charset="0"/>
              <a:cs typeface="Cambria" panose="02040503050406030204" pitchFamily="18" charset="0"/>
            </a:endParaRPr>
          </a:p>
          <a:p>
            <a:endParaRPr lang="en-IN" sz="4800" dirty="0">
              <a:solidFill>
                <a:schemeClr val="bg1"/>
              </a:solidFill>
            </a:endParaRPr>
          </a:p>
        </p:txBody>
      </p:sp>
    </p:spTree>
    <p:extLst>
      <p:ext uri="{BB962C8B-B14F-4D97-AF65-F5344CB8AC3E}">
        <p14:creationId xmlns:p14="http://schemas.microsoft.com/office/powerpoint/2010/main" val="25929863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E78AA96-C1AB-EC38-C377-32B72FF2BFE2}"/>
              </a:ext>
            </a:extLst>
          </p:cNvPr>
          <p:cNvPicPr>
            <a:picLocks noChangeAspect="1"/>
          </p:cNvPicPr>
          <p:nvPr/>
        </p:nvPicPr>
        <p:blipFill>
          <a:blip r:embed="rId2"/>
          <a:stretch>
            <a:fillRect/>
          </a:stretch>
        </p:blipFill>
        <p:spPr>
          <a:xfrm>
            <a:off x="0" y="0"/>
            <a:ext cx="12192000" cy="6858000"/>
          </a:xfrm>
          <a:prstGeom prst="rect">
            <a:avLst/>
          </a:prstGeom>
        </p:spPr>
      </p:pic>
      <p:sp>
        <p:nvSpPr>
          <p:cNvPr id="5" name="Rectangle 4">
            <a:extLst>
              <a:ext uri="{FF2B5EF4-FFF2-40B4-BE49-F238E27FC236}">
                <a16:creationId xmlns:a16="http://schemas.microsoft.com/office/drawing/2014/main" id="{3DAE9732-2E1D-38DE-9CBF-D1AD634B85DC}"/>
              </a:ext>
            </a:extLst>
          </p:cNvPr>
          <p:cNvSpPr/>
          <p:nvPr/>
        </p:nvSpPr>
        <p:spPr>
          <a:xfrm>
            <a:off x="1485900" y="1349828"/>
            <a:ext cx="9220200" cy="4365173"/>
          </a:xfrm>
          <a:prstGeom prst="rect">
            <a:avLst/>
          </a:prstGeom>
          <a:solidFill>
            <a:schemeClr val="tx1">
              <a:alpha val="8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42FB82FE-A1BA-CAAC-518E-7D7BE00E32B2}"/>
              </a:ext>
            </a:extLst>
          </p:cNvPr>
          <p:cNvSpPr txBox="1"/>
          <p:nvPr/>
        </p:nvSpPr>
        <p:spPr>
          <a:xfrm>
            <a:off x="1948543" y="1638805"/>
            <a:ext cx="8131628" cy="4401205"/>
          </a:xfrm>
          <a:prstGeom prst="rect">
            <a:avLst/>
          </a:prstGeom>
          <a:noFill/>
        </p:spPr>
        <p:txBody>
          <a:bodyPr wrap="square" rtlCol="0">
            <a:spAutoFit/>
          </a:bodyPr>
          <a:lstStyle/>
          <a:p>
            <a:pPr algn="ctr"/>
            <a:endParaRPr lang="en-US" sz="3200" dirty="0">
              <a:solidFill>
                <a:schemeClr val="bg1"/>
              </a:solidFill>
              <a:latin typeface="Baskerville Old Face" panose="02020602080505020303" pitchFamily="18" charset="0"/>
            </a:endParaRPr>
          </a:p>
          <a:p>
            <a:pPr algn="ctr"/>
            <a:endParaRPr lang="en-US" sz="3200" dirty="0">
              <a:solidFill>
                <a:schemeClr val="bg1"/>
              </a:solidFill>
              <a:latin typeface="Baskerville Old Face" panose="02020602080505020303" pitchFamily="18" charset="0"/>
            </a:endParaRPr>
          </a:p>
          <a:p>
            <a:pPr algn="ctr"/>
            <a:r>
              <a:rPr lang="en-US" sz="3200" dirty="0">
                <a:solidFill>
                  <a:schemeClr val="bg1"/>
                </a:solidFill>
                <a:latin typeface="Bookman Old Style" panose="02050604050505020204" pitchFamily="18" charset="0"/>
              </a:rPr>
              <a:t>RESULT </a:t>
            </a:r>
          </a:p>
          <a:p>
            <a:pPr algn="ctr"/>
            <a:r>
              <a:rPr lang="en-US" sz="3200" dirty="0">
                <a:solidFill>
                  <a:schemeClr val="bg1"/>
                </a:solidFill>
                <a:latin typeface="Bookman Old Style" panose="02050604050505020204" pitchFamily="18" charset="0"/>
              </a:rPr>
              <a:t>AND </a:t>
            </a:r>
          </a:p>
          <a:p>
            <a:pPr algn="ctr"/>
            <a:r>
              <a:rPr lang="en-US" sz="3200" dirty="0">
                <a:solidFill>
                  <a:schemeClr val="bg1"/>
                </a:solidFill>
                <a:latin typeface="Bookman Old Style" panose="02050604050505020204" pitchFamily="18" charset="0"/>
              </a:rPr>
              <a:t>		       ANALYSIS		</a:t>
            </a:r>
            <a:r>
              <a:rPr lang="en-US" sz="2000" dirty="0">
                <a:solidFill>
                  <a:schemeClr val="bg1"/>
                </a:solidFill>
              </a:rPr>
              <a:t>		</a:t>
            </a:r>
          </a:p>
          <a:p>
            <a:endParaRPr lang="en-US" sz="2000" dirty="0">
              <a:solidFill>
                <a:schemeClr val="bg1"/>
              </a:solidFill>
            </a:endParaRPr>
          </a:p>
          <a:p>
            <a:endParaRPr lang="en-US" sz="2000" dirty="0">
              <a:solidFill>
                <a:schemeClr val="bg1"/>
              </a:solidFill>
            </a:endParaRPr>
          </a:p>
          <a:p>
            <a:endParaRPr lang="en-US" sz="2000" dirty="0">
              <a:solidFill>
                <a:schemeClr val="bg1"/>
              </a:solidFill>
            </a:endParaRPr>
          </a:p>
          <a:p>
            <a:pPr lvl="8"/>
            <a:r>
              <a:rPr lang="en-US" sz="2000" dirty="0">
                <a:solidFill>
                  <a:schemeClr val="bg1"/>
                </a:solidFill>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endParaRPr lang="en-IN"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endParaRPr>
          </a:p>
          <a:p>
            <a:endParaRPr lang="en-IN" sz="2000" dirty="0">
              <a:solidFill>
                <a:schemeClr val="bg1"/>
              </a:solidFill>
              <a:latin typeface="Impact" panose="020B0806030902050204" pitchFamily="34" charset="0"/>
            </a:endParaRPr>
          </a:p>
        </p:txBody>
      </p:sp>
    </p:spTree>
    <p:extLst>
      <p:ext uri="{BB962C8B-B14F-4D97-AF65-F5344CB8AC3E}">
        <p14:creationId xmlns:p14="http://schemas.microsoft.com/office/powerpoint/2010/main" val="67082015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tx1">
            <a:lumMod val="95000"/>
            <a:lumOff val="5000"/>
          </a:schemeClr>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C6A4451-2A6F-5289-5F9B-FE48891E3837}"/>
              </a:ext>
            </a:extLst>
          </p:cNvPr>
          <p:cNvSpPr txBox="1"/>
          <p:nvPr/>
        </p:nvSpPr>
        <p:spPr>
          <a:xfrm>
            <a:off x="7271656" y="274226"/>
            <a:ext cx="4724399" cy="6309548"/>
          </a:xfrm>
          <a:prstGeom prst="rect">
            <a:avLst/>
          </a:prstGeom>
          <a:solidFill>
            <a:schemeClr val="tx1">
              <a:lumMod val="95000"/>
              <a:lumOff val="5000"/>
            </a:schemeClr>
          </a:solidFill>
        </p:spPr>
        <p:txBody>
          <a:bodyPr wrap="square" rtlCol="0">
            <a:spAutoFit/>
          </a:bodyPr>
          <a:lstStyle/>
          <a:p>
            <a:pPr marL="72390">
              <a:lnSpc>
                <a:spcPct val="110000"/>
              </a:lnSpc>
              <a:spcBef>
                <a:spcPts val="1055"/>
              </a:spcBef>
              <a:spcAft>
                <a:spcPts val="0"/>
              </a:spcAft>
            </a:pP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The Netflix data</a:t>
            </a:r>
            <a:r>
              <a:rPr lang="en-US" sz="1800" spc="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we</a:t>
            </a:r>
            <a:r>
              <a:rPr lang="en-US" sz="1800" spc="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have garnered some crucial insights</a:t>
            </a:r>
            <a:r>
              <a:rPr lang="en-US" sz="1800" spc="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for</a:t>
            </a:r>
            <a:r>
              <a:rPr lang="en-US" sz="1800" spc="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other</a:t>
            </a:r>
            <a:r>
              <a:rPr lang="en-US" sz="1800" spc="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useful</a:t>
            </a:r>
            <a:r>
              <a:rPr lang="en-US" sz="1800" spc="-31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purposes.</a:t>
            </a:r>
            <a:r>
              <a:rPr lang="en-US" sz="1800" spc="6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The</a:t>
            </a:r>
            <a:r>
              <a:rPr lang="en-US" sz="1800" spc="8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following</a:t>
            </a:r>
            <a:r>
              <a:rPr lang="en-US" sz="1800" spc="8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are</a:t>
            </a:r>
            <a:r>
              <a:rPr lang="en-US" sz="1800" spc="6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summarized</a:t>
            </a:r>
            <a:r>
              <a:rPr lang="en-US" sz="1800" spc="6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points:</a:t>
            </a:r>
            <a:endParaRPr lang="en-IN"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endParaRPr>
          </a:p>
          <a:p>
            <a:pPr marL="342900" marR="541655" lvl="0" indent="-342900">
              <a:lnSpc>
                <a:spcPct val="110000"/>
              </a:lnSpc>
              <a:spcBef>
                <a:spcPts val="755"/>
              </a:spcBef>
              <a:spcAft>
                <a:spcPts val="0"/>
              </a:spcAft>
              <a:buFont typeface="Wingdings" panose="05000000000000000000" pitchFamily="2" charset="2"/>
              <a:buChar char=""/>
              <a:tabLst>
                <a:tab pos="528955" algn="l"/>
                <a:tab pos="530225" algn="l"/>
              </a:tabLst>
            </a:pP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We</a:t>
            </a:r>
            <a:r>
              <a:rPr lang="en-US" sz="1800" spc="1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have</a:t>
            </a:r>
            <a:r>
              <a:rPr lang="en-US" sz="1800" spc="9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successfully</a:t>
            </a:r>
            <a:r>
              <a:rPr lang="en-US" sz="1800" spc="1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cleaned</a:t>
            </a:r>
            <a:r>
              <a:rPr lang="en-US" sz="1800" spc="11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the</a:t>
            </a:r>
            <a:r>
              <a:rPr lang="en-US" sz="1800" spc="10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redundant</a:t>
            </a:r>
            <a:r>
              <a:rPr lang="en-US" sz="1800" spc="15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records</a:t>
            </a:r>
            <a:r>
              <a:rPr lang="en-US" sz="1800" spc="13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by</a:t>
            </a:r>
            <a:r>
              <a:rPr lang="en-US" sz="1800" spc="1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removing</a:t>
            </a:r>
            <a:r>
              <a:rPr lang="en-US" sz="1800" spc="-31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them,</a:t>
            </a:r>
            <a:r>
              <a:rPr lang="en-US" sz="1800" spc="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and</a:t>
            </a:r>
            <a:r>
              <a:rPr lang="en-US" sz="1800" spc="2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filtered</a:t>
            </a:r>
            <a:r>
              <a:rPr lang="en-US" sz="1800" spc="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the</a:t>
            </a:r>
            <a:r>
              <a:rPr lang="en-US" sz="1800" spc="1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Data</a:t>
            </a:r>
            <a:r>
              <a:rPr lang="en-US" sz="1800" spc="1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Set</a:t>
            </a:r>
            <a:r>
              <a:rPr lang="en-US" sz="1800" spc="1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by</a:t>
            </a:r>
            <a:r>
              <a:rPr lang="en-US" sz="1800" spc="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discarding</a:t>
            </a:r>
            <a:r>
              <a:rPr lang="en-US" sz="1800" spc="3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unused</a:t>
            </a:r>
            <a:r>
              <a:rPr lang="en-US" sz="1800" spc="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features</a:t>
            </a:r>
            <a:endParaRPr lang="en-IN"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endParaRPr>
          </a:p>
          <a:p>
            <a:pPr marL="342900" marR="965200" lvl="0" indent="-342900">
              <a:lnSpc>
                <a:spcPct val="110000"/>
              </a:lnSpc>
              <a:spcAft>
                <a:spcPts val="0"/>
              </a:spcAft>
              <a:buFont typeface="Wingdings" panose="05000000000000000000" pitchFamily="2" charset="2"/>
              <a:buChar char=""/>
              <a:tabLst>
                <a:tab pos="528955" algn="l"/>
                <a:tab pos="530225" algn="l"/>
              </a:tabLst>
            </a:pPr>
            <a:r>
              <a:rPr lang="en-US" sz="1800" spc="-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We</a:t>
            </a:r>
            <a:r>
              <a:rPr lang="en-US" sz="1800" spc="-8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spc="-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developed</a:t>
            </a:r>
            <a:r>
              <a:rPr lang="en-US" sz="1800" spc="-6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spc="-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a</a:t>
            </a:r>
            <a:r>
              <a:rPr lang="en-US" sz="1800" spc="-8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spc="-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correlation</a:t>
            </a:r>
            <a:r>
              <a:rPr lang="en-US" sz="1800" spc="-7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spc="-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amongst</a:t>
            </a:r>
            <a:r>
              <a:rPr lang="en-US" sz="1800" spc="-6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spc="-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the</a:t>
            </a:r>
            <a:r>
              <a:rPr lang="en-US" sz="1800" spc="-6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utility</a:t>
            </a:r>
            <a:r>
              <a:rPr lang="en-US" sz="1800" spc="-6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features</a:t>
            </a:r>
            <a:r>
              <a:rPr lang="en-US" sz="1800" spc="-6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and</a:t>
            </a:r>
            <a:r>
              <a:rPr lang="en-US" sz="1800" spc="-32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established</a:t>
            </a:r>
            <a:r>
              <a:rPr lang="en-US" sz="1800" spc="2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a</a:t>
            </a:r>
            <a:r>
              <a:rPr lang="en-US" sz="1800" spc="4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guidance</a:t>
            </a:r>
            <a:r>
              <a:rPr lang="en-US" sz="1800" spc="3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for</a:t>
            </a:r>
            <a:r>
              <a:rPr lang="en-US" sz="1800" spc="5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our</a:t>
            </a:r>
            <a:r>
              <a:rPr lang="en-US" sz="1800" spc="5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analysis</a:t>
            </a:r>
            <a:endParaRPr lang="en-IN"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endParaRPr>
          </a:p>
          <a:p>
            <a:pPr marL="342900" lvl="0" indent="-342900">
              <a:lnSpc>
                <a:spcPts val="1615"/>
              </a:lnSpc>
              <a:buFont typeface="Wingdings" panose="05000000000000000000" pitchFamily="2" charset="2"/>
              <a:buChar char=""/>
              <a:tabLst>
                <a:tab pos="528955" algn="l"/>
                <a:tab pos="530225" algn="l"/>
              </a:tabLst>
            </a:pP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Built</a:t>
            </a:r>
            <a:r>
              <a:rPr lang="en-US" sz="1800" spc="2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a</a:t>
            </a:r>
            <a:r>
              <a:rPr lang="en-US" sz="1800" spc="1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plotting for size</a:t>
            </a:r>
            <a:r>
              <a:rPr lang="en-US" sz="1800" spc="2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of</a:t>
            </a:r>
            <a:r>
              <a:rPr lang="en-US" sz="1800" spc="-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Series &amp;</a:t>
            </a:r>
            <a:r>
              <a:rPr lang="en-US" sz="1800" spc="1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Movies</a:t>
            </a:r>
            <a:r>
              <a:rPr lang="en-US" sz="1800" spc="2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in</a:t>
            </a:r>
            <a:r>
              <a:rPr lang="en-US" sz="1800" spc="-1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the</a:t>
            </a:r>
            <a:r>
              <a:rPr lang="en-US" sz="1800" spc="2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dataset</a:t>
            </a:r>
            <a:endParaRPr lang="en-IN"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endParaRPr>
          </a:p>
          <a:p>
            <a:pPr marL="342900" lvl="0" indent="-342900" algn="l">
              <a:spcBef>
                <a:spcPts val="110"/>
              </a:spcBef>
              <a:spcAft>
                <a:spcPts val="0"/>
              </a:spcAft>
              <a:buFont typeface="Wingdings" panose="05000000000000000000" pitchFamily="2" charset="2"/>
              <a:buChar char=""/>
              <a:tabLst>
                <a:tab pos="528955" algn="l"/>
                <a:tab pos="530225" algn="l"/>
              </a:tabLst>
            </a:pPr>
            <a:r>
              <a:rPr lang="en-US" sz="1800" b="1" dirty="0">
                <a:solidFill>
                  <a:schemeClr val="bg1"/>
                </a:solidFill>
                <a:effectLst/>
                <a:latin typeface="Cambria" panose="02040503050406030204" pitchFamily="18" charset="0"/>
                <a:ea typeface="Cambria" panose="02040503050406030204" pitchFamily="18" charset="0"/>
                <a:cs typeface="Cambria" panose="02040503050406030204" pitchFamily="18" charset="0"/>
              </a:rPr>
              <a:t>Derived</a:t>
            </a:r>
            <a:r>
              <a:rPr lang="en-US" sz="1800" b="1" spc="10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b="1" dirty="0">
                <a:solidFill>
                  <a:schemeClr val="bg1"/>
                </a:solidFill>
                <a:effectLst/>
                <a:latin typeface="Cambria" panose="02040503050406030204" pitchFamily="18" charset="0"/>
                <a:ea typeface="Cambria" panose="02040503050406030204" pitchFamily="18" charset="0"/>
                <a:cs typeface="Cambria" panose="02040503050406030204" pitchFamily="18" charset="0"/>
              </a:rPr>
              <a:t>the</a:t>
            </a:r>
            <a:r>
              <a:rPr lang="en-US" sz="1800" b="1" spc="11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b="1" dirty="0">
                <a:solidFill>
                  <a:schemeClr val="bg1"/>
                </a:solidFill>
                <a:effectLst/>
                <a:latin typeface="Cambria" panose="02040503050406030204" pitchFamily="18" charset="0"/>
                <a:ea typeface="Cambria" panose="02040503050406030204" pitchFamily="18" charset="0"/>
                <a:cs typeface="Cambria" panose="02040503050406030204" pitchFamily="18" charset="0"/>
              </a:rPr>
              <a:t>top</a:t>
            </a:r>
            <a:r>
              <a:rPr lang="en-US" sz="1800" b="1" spc="11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b="1" dirty="0">
                <a:solidFill>
                  <a:schemeClr val="bg1"/>
                </a:solidFill>
                <a:effectLst/>
                <a:latin typeface="Cambria" panose="02040503050406030204" pitchFamily="18" charset="0"/>
                <a:ea typeface="Cambria" panose="02040503050406030204" pitchFamily="18" charset="0"/>
                <a:cs typeface="Cambria" panose="02040503050406030204" pitchFamily="18" charset="0"/>
              </a:rPr>
              <a:t>5</a:t>
            </a:r>
            <a:r>
              <a:rPr lang="en-US" sz="1800" b="1" spc="11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b="1" dirty="0">
                <a:solidFill>
                  <a:schemeClr val="bg1"/>
                </a:solidFill>
                <a:effectLst/>
                <a:latin typeface="Cambria" panose="02040503050406030204" pitchFamily="18" charset="0"/>
                <a:ea typeface="Cambria" panose="02040503050406030204" pitchFamily="18" charset="0"/>
                <a:cs typeface="Cambria" panose="02040503050406030204" pitchFamily="18" charset="0"/>
              </a:rPr>
              <a:t>directors</a:t>
            </a:r>
            <a:r>
              <a:rPr lang="en-US" sz="1800" b="1" spc="11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b="1" dirty="0">
                <a:solidFill>
                  <a:schemeClr val="bg1"/>
                </a:solidFill>
                <a:effectLst/>
                <a:latin typeface="Cambria" panose="02040503050406030204" pitchFamily="18" charset="0"/>
                <a:ea typeface="Cambria" panose="02040503050406030204" pitchFamily="18" charset="0"/>
                <a:cs typeface="Cambria" panose="02040503050406030204" pitchFamily="18" charset="0"/>
              </a:rPr>
              <a:t>top</a:t>
            </a:r>
            <a:r>
              <a:rPr lang="en-US" sz="1800" b="1" spc="11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b="1" dirty="0">
                <a:solidFill>
                  <a:schemeClr val="bg1"/>
                </a:solidFill>
                <a:effectLst/>
                <a:latin typeface="Cambria" panose="02040503050406030204" pitchFamily="18" charset="0"/>
                <a:ea typeface="Cambria" panose="02040503050406030204" pitchFamily="18" charset="0"/>
                <a:cs typeface="Cambria" panose="02040503050406030204" pitchFamily="18" charset="0"/>
              </a:rPr>
              <a:t>5</a:t>
            </a:r>
            <a:r>
              <a:rPr lang="en-US" sz="1800" b="1" spc="5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b="1" dirty="0">
                <a:solidFill>
                  <a:schemeClr val="bg1"/>
                </a:solidFill>
                <a:effectLst/>
                <a:latin typeface="Cambria" panose="02040503050406030204" pitchFamily="18" charset="0"/>
                <a:ea typeface="Cambria" panose="02040503050406030204" pitchFamily="18" charset="0"/>
                <a:cs typeface="Cambria" panose="02040503050406030204" pitchFamily="18" charset="0"/>
              </a:rPr>
              <a:t>actors,</a:t>
            </a:r>
            <a:r>
              <a:rPr lang="en-US" sz="1800" b="1" spc="1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b="1" dirty="0">
                <a:solidFill>
                  <a:schemeClr val="bg1"/>
                </a:solidFill>
                <a:effectLst/>
                <a:latin typeface="Cambria" panose="02040503050406030204" pitchFamily="18" charset="0"/>
                <a:ea typeface="Cambria" panose="02040503050406030204" pitchFamily="18" charset="0"/>
                <a:cs typeface="Cambria" panose="02040503050406030204" pitchFamily="18" charset="0"/>
              </a:rPr>
              <a:t>on</a:t>
            </a:r>
            <a:r>
              <a:rPr lang="en-US" sz="1800" b="1" spc="12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b="1" dirty="0">
                <a:solidFill>
                  <a:schemeClr val="bg1"/>
                </a:solidFill>
                <a:effectLst/>
                <a:latin typeface="Cambria" panose="02040503050406030204" pitchFamily="18" charset="0"/>
                <a:ea typeface="Cambria" panose="02040503050406030204" pitchFamily="18" charset="0"/>
                <a:cs typeface="Cambria" panose="02040503050406030204" pitchFamily="18" charset="0"/>
              </a:rPr>
              <a:t>this</a:t>
            </a:r>
            <a:r>
              <a:rPr lang="en-US" sz="1800" b="1" spc="11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b="1" dirty="0">
                <a:solidFill>
                  <a:schemeClr val="bg1"/>
                </a:solidFill>
                <a:effectLst/>
                <a:latin typeface="Cambria" panose="02040503050406030204" pitchFamily="18" charset="0"/>
                <a:ea typeface="Cambria" panose="02040503050406030204" pitchFamily="18" charset="0"/>
                <a:cs typeface="Cambria" panose="02040503050406030204" pitchFamily="18" charset="0"/>
              </a:rPr>
              <a:t>platform.</a:t>
            </a:r>
            <a:endParaRPr lang="en-IN" sz="1800" b="1" dirty="0">
              <a:solidFill>
                <a:schemeClr val="bg1"/>
              </a:solidFill>
              <a:effectLst/>
              <a:latin typeface="Cambria" panose="02040503050406030204" pitchFamily="18" charset="0"/>
              <a:ea typeface="Cambria" panose="02040503050406030204" pitchFamily="18" charset="0"/>
              <a:cs typeface="Cambria" panose="02040503050406030204" pitchFamily="18" charset="0"/>
            </a:endParaRPr>
          </a:p>
          <a:p>
            <a:pPr marL="342900" marR="153035" lvl="0" indent="-342900">
              <a:lnSpc>
                <a:spcPct val="108000"/>
              </a:lnSpc>
              <a:spcBef>
                <a:spcPts val="105"/>
              </a:spcBef>
              <a:spcAft>
                <a:spcPts val="0"/>
              </a:spcAft>
              <a:buFont typeface="Wingdings" panose="05000000000000000000" pitchFamily="2" charset="2"/>
              <a:buChar char=""/>
              <a:tabLst>
                <a:tab pos="528955" algn="l"/>
                <a:tab pos="530225" algn="l"/>
              </a:tabLst>
            </a:pP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Built</a:t>
            </a:r>
            <a:r>
              <a:rPr lang="en-US" sz="1800" spc="21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a</a:t>
            </a:r>
            <a:r>
              <a:rPr lang="en-US" sz="1800" spc="16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Sentiment</a:t>
            </a:r>
            <a:r>
              <a:rPr lang="en-US" sz="1800" spc="18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Analysis</a:t>
            </a:r>
            <a:r>
              <a:rPr lang="en-US" sz="1800" spc="21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Model</a:t>
            </a:r>
            <a:r>
              <a:rPr lang="en-US" sz="1800" spc="16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by</a:t>
            </a:r>
            <a:r>
              <a:rPr lang="en-US" sz="1800" spc="2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fitting</a:t>
            </a:r>
            <a:r>
              <a:rPr lang="en-US" sz="1800" spc="16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the</a:t>
            </a:r>
            <a:r>
              <a:rPr lang="en-US" sz="1800" spc="17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Series/Movie</a:t>
            </a:r>
            <a:r>
              <a:rPr lang="en-US" sz="1800" spc="17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Reviews</a:t>
            </a:r>
            <a:r>
              <a:rPr lang="en-US" sz="1800" spc="-31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dataset,</a:t>
            </a:r>
            <a:r>
              <a:rPr lang="en-US" sz="1800" spc="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which obtains the result by</a:t>
            </a:r>
            <a:r>
              <a:rPr lang="en-US" sz="1800" spc="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making  use  of the summary</a:t>
            </a:r>
            <a:r>
              <a:rPr lang="en-US" sz="1800" spc="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column</a:t>
            </a:r>
            <a:r>
              <a:rPr lang="en-US" sz="1800" spc="5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in</a:t>
            </a:r>
            <a:r>
              <a:rPr lang="en-US" sz="1800" spc="6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the</a:t>
            </a:r>
            <a:r>
              <a:rPr lang="en-US" sz="1800" spc="9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Netflix</a:t>
            </a:r>
            <a:r>
              <a:rPr lang="en-US" sz="1800" spc="6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dataset.</a:t>
            </a:r>
            <a:endParaRPr lang="en-IN"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endParaRPr>
          </a:p>
          <a:p>
            <a:endParaRPr lang="en-IN" dirty="0">
              <a:solidFill>
                <a:schemeClr val="bg1"/>
              </a:solidFill>
            </a:endParaRPr>
          </a:p>
        </p:txBody>
      </p:sp>
      <p:pic>
        <p:nvPicPr>
          <p:cNvPr id="3" name="Picture 2">
            <a:extLst>
              <a:ext uri="{FF2B5EF4-FFF2-40B4-BE49-F238E27FC236}">
                <a16:creationId xmlns:a16="http://schemas.microsoft.com/office/drawing/2014/main" id="{4FC45E3A-3139-B633-0983-27CAA3F73FDE}"/>
              </a:ext>
            </a:extLst>
          </p:cNvPr>
          <p:cNvPicPr>
            <a:picLocks noChangeAspect="1"/>
          </p:cNvPicPr>
          <p:nvPr/>
        </p:nvPicPr>
        <p:blipFill>
          <a:blip r:embed="rId2"/>
          <a:stretch>
            <a:fillRect/>
          </a:stretch>
        </p:blipFill>
        <p:spPr>
          <a:xfrm>
            <a:off x="-1" y="54428"/>
            <a:ext cx="7271657" cy="6749143"/>
          </a:xfrm>
          <a:prstGeom prst="rect">
            <a:avLst/>
          </a:prstGeom>
          <a:solidFill>
            <a:schemeClr val="tx1">
              <a:lumMod val="95000"/>
              <a:lumOff val="5000"/>
              <a:alpha val="22000"/>
            </a:schemeClr>
          </a:solidFill>
        </p:spPr>
      </p:pic>
    </p:spTree>
    <p:extLst>
      <p:ext uri="{BB962C8B-B14F-4D97-AF65-F5344CB8AC3E}">
        <p14:creationId xmlns:p14="http://schemas.microsoft.com/office/powerpoint/2010/main" val="12710433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tx1">
            <a:lumMod val="95000"/>
            <a:lumOff val="5000"/>
          </a:schemeClr>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931B85C-1410-4E72-2AA1-DDDE6B61BCCA}"/>
              </a:ext>
            </a:extLst>
          </p:cNvPr>
          <p:cNvPicPr>
            <a:picLocks noChangeAspect="1"/>
          </p:cNvPicPr>
          <p:nvPr/>
        </p:nvPicPr>
        <p:blipFill>
          <a:blip r:embed="rId2"/>
          <a:stretch>
            <a:fillRect/>
          </a:stretch>
        </p:blipFill>
        <p:spPr>
          <a:xfrm>
            <a:off x="5540829" y="413941"/>
            <a:ext cx="6564086" cy="6030117"/>
          </a:xfrm>
          <a:prstGeom prst="rect">
            <a:avLst/>
          </a:prstGeom>
        </p:spPr>
      </p:pic>
      <p:sp>
        <p:nvSpPr>
          <p:cNvPr id="3" name="TextBox 2">
            <a:extLst>
              <a:ext uri="{FF2B5EF4-FFF2-40B4-BE49-F238E27FC236}">
                <a16:creationId xmlns:a16="http://schemas.microsoft.com/office/drawing/2014/main" id="{47C6273C-E1C3-C721-2273-348A81CE99D5}"/>
              </a:ext>
            </a:extLst>
          </p:cNvPr>
          <p:cNvSpPr txBox="1"/>
          <p:nvPr/>
        </p:nvSpPr>
        <p:spPr>
          <a:xfrm>
            <a:off x="1034143" y="1284514"/>
            <a:ext cx="4049486" cy="3970318"/>
          </a:xfrm>
          <a:prstGeom prst="rect">
            <a:avLst/>
          </a:prstGeom>
          <a:noFill/>
        </p:spPr>
        <p:txBody>
          <a:bodyPr wrap="square" rtlCol="0">
            <a:spAutoFit/>
          </a:bodyPr>
          <a:lstStyle/>
          <a:p>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Data analysis is a fundamental step to address the various needs</a:t>
            </a:r>
            <a:r>
              <a:rPr lang="en-US" sz="1800" spc="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of</a:t>
            </a:r>
            <a:r>
              <a:rPr lang="en-US" sz="1800" spc="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a</a:t>
            </a:r>
            <a:r>
              <a:rPr lang="en-US" sz="1800" spc="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client</a:t>
            </a:r>
            <a:r>
              <a:rPr lang="en-US" sz="1800" spc="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in</a:t>
            </a:r>
            <a:r>
              <a:rPr lang="en-US" sz="1800" spc="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any</a:t>
            </a:r>
            <a:r>
              <a:rPr lang="en-US" sz="1800" spc="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professional</a:t>
            </a:r>
            <a:r>
              <a:rPr lang="en-US" sz="1800" spc="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spectrum.</a:t>
            </a:r>
            <a:r>
              <a:rPr lang="en-US" sz="1800" spc="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The</a:t>
            </a:r>
            <a:r>
              <a:rPr lang="en-US" sz="1800" spc="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varied</a:t>
            </a:r>
            <a:r>
              <a:rPr lang="en-US" sz="1800" spc="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range</a:t>
            </a:r>
            <a:r>
              <a:rPr lang="en-US" sz="1800" spc="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of</a:t>
            </a:r>
            <a:r>
              <a:rPr lang="en-US" sz="1800" spc="-37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insights</a:t>
            </a:r>
            <a:r>
              <a:rPr lang="en-US" sz="1800" spc="-9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that</a:t>
            </a:r>
            <a:r>
              <a:rPr lang="en-US" sz="1800" spc="-8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can</a:t>
            </a:r>
            <a:r>
              <a:rPr lang="en-US" sz="1800" spc="-7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be</a:t>
            </a:r>
            <a:r>
              <a:rPr lang="en-US" sz="1800" spc="-5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derived</a:t>
            </a:r>
            <a:r>
              <a:rPr lang="en-US" sz="1800" spc="-7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from</a:t>
            </a:r>
            <a:r>
              <a:rPr lang="en-US" sz="1800" spc="-8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a</a:t>
            </a:r>
            <a:r>
              <a:rPr lang="en-US" sz="1800" spc="-7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data</a:t>
            </a:r>
            <a:r>
              <a:rPr lang="en-US" sz="1800" spc="-7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is</a:t>
            </a:r>
            <a:r>
              <a:rPr lang="en-US" sz="1800" spc="-7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itself</a:t>
            </a:r>
            <a:r>
              <a:rPr lang="en-US" sz="1800" spc="-7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primarily</a:t>
            </a:r>
            <a:r>
              <a:rPr lang="en-US" sz="1800" spc="-8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valuable</a:t>
            </a:r>
            <a:r>
              <a:rPr lang="en-US" sz="1800" spc="-37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spc="-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in</a:t>
            </a:r>
            <a:r>
              <a:rPr lang="en-US" sz="1800" spc="-7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spc="-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nature</a:t>
            </a:r>
            <a:r>
              <a:rPr lang="en-US" sz="1800" spc="-6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spc="-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as</a:t>
            </a:r>
            <a:r>
              <a:rPr lang="en-US" sz="1800" spc="-9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spc="-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there</a:t>
            </a:r>
            <a:r>
              <a:rPr lang="en-US" sz="1800" spc="-8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spc="-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are</a:t>
            </a:r>
            <a:r>
              <a:rPr lang="en-US" sz="1800" spc="-8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spc="-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multiple</a:t>
            </a:r>
            <a:r>
              <a:rPr lang="en-US" sz="1800" spc="-8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spc="-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businesses</a:t>
            </a:r>
            <a:r>
              <a:rPr lang="en-US" sz="1800" spc="-7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spc="-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that</a:t>
            </a:r>
            <a:r>
              <a:rPr lang="en-US" sz="1800" spc="-7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spc="-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are</a:t>
            </a:r>
            <a:r>
              <a:rPr lang="en-US" sz="1800" spc="-8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actively</a:t>
            </a:r>
            <a:r>
              <a:rPr lang="en-US" sz="1800" spc="-9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looking</a:t>
            </a:r>
            <a:r>
              <a:rPr lang="en-US" sz="1800" spc="-37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for</a:t>
            </a:r>
            <a:r>
              <a:rPr lang="en-US" sz="1800" spc="-3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futuristic,</a:t>
            </a:r>
            <a:r>
              <a:rPr lang="en-US" sz="1800" spc="-3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predictive,</a:t>
            </a:r>
            <a:r>
              <a:rPr lang="en-US" sz="1800" spc="-2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and</a:t>
            </a:r>
            <a:r>
              <a:rPr lang="en-US" sz="1800" spc="-3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descriptive</a:t>
            </a:r>
            <a:r>
              <a:rPr lang="en-US" sz="1800" spc="-4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insights</a:t>
            </a:r>
            <a:r>
              <a:rPr lang="en-US" sz="1800" spc="-4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from</a:t>
            </a:r>
            <a:r>
              <a:rPr lang="en-US" sz="1800" spc="-3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the</a:t>
            </a:r>
            <a:r>
              <a:rPr lang="en-US" sz="1800" spc="-2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already</a:t>
            </a:r>
            <a:r>
              <a:rPr lang="en-US" sz="1800" spc="-38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present</a:t>
            </a:r>
            <a:r>
              <a:rPr lang="en-US" sz="1800" spc="-3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raw</a:t>
            </a:r>
            <a:r>
              <a:rPr lang="en-US" sz="1800" spc="-1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data</a:t>
            </a:r>
            <a:r>
              <a:rPr lang="en-US" sz="1800" spc="-3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generated</a:t>
            </a:r>
            <a:r>
              <a:rPr lang="en-US" sz="1800" spc="-3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by</a:t>
            </a:r>
            <a:r>
              <a:rPr lang="en-US" sz="1800" spc="-1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them.</a:t>
            </a:r>
            <a:r>
              <a:rPr lang="en-US" sz="1800" spc="-2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It</a:t>
            </a:r>
            <a:r>
              <a:rPr lang="en-US" sz="1800" spc="-1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helps</a:t>
            </a:r>
            <a:r>
              <a:rPr lang="en-US" sz="1800" spc="-1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the</a:t>
            </a:r>
            <a:r>
              <a:rPr lang="en-US" sz="1800" spc="-1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organizations</a:t>
            </a:r>
            <a:r>
              <a:rPr lang="en-US" sz="1800" spc="-2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to</a:t>
            </a:r>
            <a:r>
              <a:rPr lang="en-US" sz="1800" spc="-37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gain</a:t>
            </a:r>
            <a:r>
              <a:rPr lang="en-US" sz="1800" spc="-3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access</a:t>
            </a:r>
            <a:r>
              <a:rPr lang="en-US" sz="1800" spc="-3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to</a:t>
            </a:r>
            <a:r>
              <a:rPr lang="en-US" sz="1800" spc="-4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numerous</a:t>
            </a:r>
            <a:r>
              <a:rPr lang="en-US" sz="1800" spc="-4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concealed</a:t>
            </a:r>
            <a:r>
              <a:rPr lang="en-US" sz="1800" spc="-4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patterns,</a:t>
            </a:r>
            <a:r>
              <a:rPr lang="en-US" sz="1800" spc="-3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information,</a:t>
            </a:r>
            <a:r>
              <a:rPr lang="en-US" sz="1800" spc="-5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and</a:t>
            </a:r>
            <a:r>
              <a:rPr lang="en-US" sz="1800" spc="-4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bits</a:t>
            </a:r>
            <a:r>
              <a:rPr lang="en-US" sz="1800" spc="-37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of</a:t>
            </a:r>
            <a:r>
              <a:rPr lang="en-US" sz="1800" spc="-5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knowledge</a:t>
            </a:r>
            <a:r>
              <a:rPr lang="en-US" sz="1800" spc="-3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after</a:t>
            </a:r>
            <a:r>
              <a:rPr lang="en-US" sz="1800" spc="-2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the</a:t>
            </a:r>
            <a:r>
              <a:rPr lang="en-US" sz="1800" spc="-3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analysis</a:t>
            </a:r>
            <a:r>
              <a:rPr lang="en-US" sz="1800" spc="-3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had</a:t>
            </a:r>
            <a:r>
              <a:rPr lang="en-US" sz="1800" spc="-3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been</a:t>
            </a:r>
            <a:r>
              <a:rPr lang="en-US" sz="1800" spc="-4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performed.</a:t>
            </a:r>
            <a:r>
              <a:rPr lang="en-US" sz="1800" spc="-3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endParaRPr lang="en-IN" dirty="0">
              <a:solidFill>
                <a:schemeClr val="bg1"/>
              </a:solidFill>
            </a:endParaRPr>
          </a:p>
        </p:txBody>
      </p:sp>
    </p:spTree>
    <p:extLst>
      <p:ext uri="{BB962C8B-B14F-4D97-AF65-F5344CB8AC3E}">
        <p14:creationId xmlns:p14="http://schemas.microsoft.com/office/powerpoint/2010/main" val="27729936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E78AA96-C1AB-EC38-C377-32B72FF2BFE2}"/>
              </a:ext>
            </a:extLst>
          </p:cNvPr>
          <p:cNvPicPr>
            <a:picLocks noChangeAspect="1"/>
          </p:cNvPicPr>
          <p:nvPr/>
        </p:nvPicPr>
        <p:blipFill>
          <a:blip r:embed="rId2"/>
          <a:stretch>
            <a:fillRect/>
          </a:stretch>
        </p:blipFill>
        <p:spPr>
          <a:xfrm>
            <a:off x="0" y="0"/>
            <a:ext cx="12192000" cy="6858000"/>
          </a:xfrm>
          <a:prstGeom prst="rect">
            <a:avLst/>
          </a:prstGeom>
        </p:spPr>
      </p:pic>
      <p:sp>
        <p:nvSpPr>
          <p:cNvPr id="5" name="Rectangle 4">
            <a:extLst>
              <a:ext uri="{FF2B5EF4-FFF2-40B4-BE49-F238E27FC236}">
                <a16:creationId xmlns:a16="http://schemas.microsoft.com/office/drawing/2014/main" id="{3DAE9732-2E1D-38DE-9CBF-D1AD634B85DC}"/>
              </a:ext>
            </a:extLst>
          </p:cNvPr>
          <p:cNvSpPr/>
          <p:nvPr/>
        </p:nvSpPr>
        <p:spPr>
          <a:xfrm>
            <a:off x="1485900" y="1349828"/>
            <a:ext cx="9220200" cy="4365173"/>
          </a:xfrm>
          <a:prstGeom prst="rect">
            <a:avLst/>
          </a:prstGeom>
          <a:solidFill>
            <a:schemeClr val="tx1">
              <a:alpha val="8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42FB82FE-A1BA-CAAC-518E-7D7BE00E32B2}"/>
              </a:ext>
            </a:extLst>
          </p:cNvPr>
          <p:cNvSpPr txBox="1"/>
          <p:nvPr/>
        </p:nvSpPr>
        <p:spPr>
          <a:xfrm>
            <a:off x="1948543" y="1638805"/>
            <a:ext cx="8131628" cy="4093428"/>
          </a:xfrm>
          <a:prstGeom prst="rect">
            <a:avLst/>
          </a:prstGeom>
          <a:noFill/>
        </p:spPr>
        <p:txBody>
          <a:bodyPr wrap="square" rtlCol="0">
            <a:spAutoFit/>
          </a:bodyPr>
          <a:lstStyle/>
          <a:p>
            <a:pPr algn="ctr"/>
            <a:endParaRPr lang="en-US" sz="3200" dirty="0">
              <a:solidFill>
                <a:schemeClr val="bg1"/>
              </a:solidFill>
              <a:latin typeface="Baskerville Old Face" panose="02020602080505020303" pitchFamily="18" charset="0"/>
            </a:endParaRPr>
          </a:p>
          <a:p>
            <a:pPr algn="ctr"/>
            <a:endParaRPr lang="en-US" sz="3200" dirty="0">
              <a:solidFill>
                <a:schemeClr val="bg1"/>
              </a:solidFill>
              <a:latin typeface="Baskerville Old Face" panose="02020602080505020303" pitchFamily="18" charset="0"/>
            </a:endParaRPr>
          </a:p>
          <a:p>
            <a:pPr algn="ctr"/>
            <a:r>
              <a:rPr lang="en-US" sz="3200" dirty="0">
                <a:solidFill>
                  <a:schemeClr val="bg1"/>
                </a:solidFill>
                <a:latin typeface="Bookman Old Style" panose="02050604050505020204" pitchFamily="18" charset="0"/>
              </a:rPr>
              <a:t>CONCLUSION</a:t>
            </a:r>
          </a:p>
          <a:p>
            <a:pPr algn="ctr"/>
            <a:r>
              <a:rPr lang="en-US" sz="3200" dirty="0">
                <a:solidFill>
                  <a:schemeClr val="bg1"/>
                </a:solidFill>
                <a:latin typeface="Bookman Old Style" panose="02050604050505020204" pitchFamily="18" charset="0"/>
              </a:rPr>
              <a:t>&amp;</a:t>
            </a:r>
          </a:p>
          <a:p>
            <a:pPr algn="ctr"/>
            <a:r>
              <a:rPr lang="en-US" sz="3200" dirty="0">
                <a:solidFill>
                  <a:schemeClr val="bg1"/>
                </a:solidFill>
                <a:latin typeface="Bookman Old Style" panose="02050604050505020204" pitchFamily="18" charset="0"/>
              </a:rPr>
              <a:t>         FUTURE SCOPE</a:t>
            </a:r>
            <a:r>
              <a:rPr lang="en-US" sz="2000" dirty="0">
                <a:solidFill>
                  <a:schemeClr val="bg1"/>
                </a:solidFill>
              </a:rPr>
              <a:t>		</a:t>
            </a:r>
          </a:p>
          <a:p>
            <a:endParaRPr lang="en-US" sz="2000" dirty="0">
              <a:solidFill>
                <a:schemeClr val="bg1"/>
              </a:solidFill>
            </a:endParaRPr>
          </a:p>
          <a:p>
            <a:endParaRPr lang="en-US" sz="2000" dirty="0">
              <a:solidFill>
                <a:schemeClr val="bg1"/>
              </a:solidFill>
            </a:endParaRPr>
          </a:p>
          <a:p>
            <a:endParaRPr lang="en-US" sz="2000" dirty="0">
              <a:solidFill>
                <a:schemeClr val="bg1"/>
              </a:solidFill>
            </a:endParaRPr>
          </a:p>
          <a:p>
            <a:pPr lvl="8"/>
            <a:r>
              <a:rPr lang="en-US" sz="2000" dirty="0">
                <a:solidFill>
                  <a:schemeClr val="bg1"/>
                </a:solidFill>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endParaRPr lang="en-IN"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endParaRPr>
          </a:p>
          <a:p>
            <a:endParaRPr lang="en-IN" sz="2000" dirty="0">
              <a:solidFill>
                <a:schemeClr val="bg1"/>
              </a:solidFill>
              <a:latin typeface="Impact" panose="020B0806030902050204" pitchFamily="34" charset="0"/>
            </a:endParaRPr>
          </a:p>
        </p:txBody>
      </p:sp>
    </p:spTree>
    <p:extLst>
      <p:ext uri="{BB962C8B-B14F-4D97-AF65-F5344CB8AC3E}">
        <p14:creationId xmlns:p14="http://schemas.microsoft.com/office/powerpoint/2010/main" val="35685607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tx1">
            <a:lumMod val="95000"/>
            <a:lumOff val="5000"/>
          </a:schemeClr>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43EEE95-CF03-CAE5-99FF-14847B2C90E7}"/>
              </a:ext>
            </a:extLst>
          </p:cNvPr>
          <p:cNvPicPr>
            <a:picLocks noChangeAspect="1"/>
          </p:cNvPicPr>
          <p:nvPr/>
        </p:nvPicPr>
        <p:blipFill>
          <a:blip r:embed="rId2"/>
          <a:stretch>
            <a:fillRect/>
          </a:stretch>
        </p:blipFill>
        <p:spPr>
          <a:xfrm>
            <a:off x="135133" y="414266"/>
            <a:ext cx="6565961" cy="6029467"/>
          </a:xfrm>
          <a:prstGeom prst="rect">
            <a:avLst/>
          </a:prstGeom>
        </p:spPr>
      </p:pic>
      <p:sp>
        <p:nvSpPr>
          <p:cNvPr id="4" name="TextBox 3">
            <a:extLst>
              <a:ext uri="{FF2B5EF4-FFF2-40B4-BE49-F238E27FC236}">
                <a16:creationId xmlns:a16="http://schemas.microsoft.com/office/drawing/2014/main" id="{9A358F8E-25E8-B69E-8D50-97301807ED50}"/>
              </a:ext>
            </a:extLst>
          </p:cNvPr>
          <p:cNvSpPr txBox="1"/>
          <p:nvPr/>
        </p:nvSpPr>
        <p:spPr>
          <a:xfrm>
            <a:off x="7380514" y="1066800"/>
            <a:ext cx="4425981" cy="4524315"/>
          </a:xfrm>
          <a:prstGeom prst="rect">
            <a:avLst/>
          </a:prstGeom>
          <a:noFill/>
        </p:spPr>
        <p:txBody>
          <a:bodyPr wrap="square" rtlCol="0">
            <a:spAutoFit/>
          </a:bodyPr>
          <a:lstStyle/>
          <a:p>
            <a:r>
              <a:rPr lang="en-US" sz="24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The</a:t>
            </a:r>
            <a:r>
              <a:rPr lang="en-US" sz="2400" spc="-3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24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analysis </a:t>
            </a:r>
            <a:r>
              <a:rPr lang="en-US" sz="2400" spc="-37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24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that</a:t>
            </a:r>
            <a:r>
              <a:rPr lang="en-US" sz="2400" spc="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24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we</a:t>
            </a:r>
            <a:r>
              <a:rPr lang="en-US" sz="2400" spc="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24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have</a:t>
            </a:r>
            <a:r>
              <a:rPr lang="en-US" sz="2400" spc="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24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just</a:t>
            </a:r>
            <a:r>
              <a:rPr lang="en-US" sz="2400" spc="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24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performed</a:t>
            </a:r>
            <a:r>
              <a:rPr lang="en-US" sz="2400" spc="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24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using</a:t>
            </a:r>
            <a:r>
              <a:rPr lang="en-US" sz="2400" spc="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24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the</a:t>
            </a:r>
            <a:r>
              <a:rPr lang="en-US" sz="2400" spc="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24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Netflix</a:t>
            </a:r>
            <a:r>
              <a:rPr lang="en-US" sz="2400" spc="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24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data</a:t>
            </a:r>
            <a:r>
              <a:rPr lang="en-US" sz="2400" spc="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24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not</a:t>
            </a:r>
            <a:r>
              <a:rPr lang="en-US" sz="2400" spc="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24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only</a:t>
            </a:r>
            <a:r>
              <a:rPr lang="en-US" sz="2400" spc="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24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provides</a:t>
            </a:r>
            <a:r>
              <a:rPr lang="en-US" sz="2400" spc="-3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24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us</a:t>
            </a:r>
            <a:r>
              <a:rPr lang="en-US" sz="2400" spc="-3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24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with</a:t>
            </a:r>
            <a:r>
              <a:rPr lang="en-US" sz="2400" spc="-3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24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incentives</a:t>
            </a:r>
            <a:r>
              <a:rPr lang="en-US" sz="2400" spc="-4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24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to</a:t>
            </a:r>
            <a:r>
              <a:rPr lang="en-US" sz="2400" spc="-4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24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take</a:t>
            </a:r>
            <a:r>
              <a:rPr lang="en-US" sz="2400" spc="-3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24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smart</a:t>
            </a:r>
            <a:r>
              <a:rPr lang="en-US" sz="2400" spc="-5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24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and</a:t>
            </a:r>
            <a:r>
              <a:rPr lang="en-US" sz="2400" spc="-3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24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intelligent business</a:t>
            </a:r>
            <a:r>
              <a:rPr lang="en-US" sz="2400" spc="-37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24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decisions, but also contribute to the overall growth of the firm.</a:t>
            </a:r>
            <a:r>
              <a:rPr lang="en-US" sz="2400" spc="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24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These insights maintain a clear sight and perspective for various</a:t>
            </a:r>
            <a:r>
              <a:rPr lang="en-US" sz="2400" spc="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24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stakeholders</a:t>
            </a:r>
            <a:r>
              <a:rPr lang="en-US" sz="2400" spc="-3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24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and</a:t>
            </a:r>
            <a:r>
              <a:rPr lang="en-US" sz="2400" spc="-4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24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help</a:t>
            </a:r>
            <a:r>
              <a:rPr lang="en-US" sz="2400" spc="-2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24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in</a:t>
            </a:r>
            <a:r>
              <a:rPr lang="en-US" sz="2400" spc="-1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24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targeting</a:t>
            </a:r>
            <a:r>
              <a:rPr lang="en-US" sz="2400" spc="-1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24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a</a:t>
            </a:r>
            <a:r>
              <a:rPr lang="en-US" sz="2400" spc="-3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24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positive</a:t>
            </a:r>
            <a:r>
              <a:rPr lang="en-US" sz="2400" spc="-2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24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vision</a:t>
            </a:r>
            <a:r>
              <a:rPr lang="en-US" sz="2400" spc="-3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24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for</a:t>
            </a:r>
            <a:r>
              <a:rPr lang="en-US" sz="2400" spc="-2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24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the</a:t>
            </a:r>
            <a:r>
              <a:rPr lang="en-US" sz="2400" spc="-2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24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future.</a:t>
            </a:r>
            <a:r>
              <a:rPr lang="en-US" sz="2400" spc="-37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endParaRPr lang="en-IN" sz="2400" dirty="0">
              <a:solidFill>
                <a:schemeClr val="bg1"/>
              </a:solidFill>
            </a:endParaRPr>
          </a:p>
        </p:txBody>
      </p:sp>
    </p:spTree>
    <p:extLst>
      <p:ext uri="{BB962C8B-B14F-4D97-AF65-F5344CB8AC3E}">
        <p14:creationId xmlns:p14="http://schemas.microsoft.com/office/powerpoint/2010/main" val="15302978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tx1">
            <a:lumMod val="95000"/>
            <a:lumOff val="5000"/>
          </a:schemeClr>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931B85C-1410-4E72-2AA1-DDDE6B61BCCA}"/>
              </a:ext>
            </a:extLst>
          </p:cNvPr>
          <p:cNvPicPr>
            <a:picLocks noChangeAspect="1"/>
          </p:cNvPicPr>
          <p:nvPr/>
        </p:nvPicPr>
        <p:blipFill>
          <a:blip r:embed="rId2"/>
          <a:stretch>
            <a:fillRect/>
          </a:stretch>
        </p:blipFill>
        <p:spPr>
          <a:xfrm>
            <a:off x="5540829" y="413941"/>
            <a:ext cx="6564086" cy="6030117"/>
          </a:xfrm>
          <a:prstGeom prst="rect">
            <a:avLst/>
          </a:prstGeom>
        </p:spPr>
      </p:pic>
      <p:sp>
        <p:nvSpPr>
          <p:cNvPr id="3" name="TextBox 2">
            <a:extLst>
              <a:ext uri="{FF2B5EF4-FFF2-40B4-BE49-F238E27FC236}">
                <a16:creationId xmlns:a16="http://schemas.microsoft.com/office/drawing/2014/main" id="{47C6273C-E1C3-C721-2273-348A81CE99D5}"/>
              </a:ext>
            </a:extLst>
          </p:cNvPr>
          <p:cNvSpPr txBox="1"/>
          <p:nvPr/>
        </p:nvSpPr>
        <p:spPr>
          <a:xfrm>
            <a:off x="1034143" y="1284514"/>
            <a:ext cx="4049486" cy="4247317"/>
          </a:xfrm>
          <a:prstGeom prst="rect">
            <a:avLst/>
          </a:prstGeom>
          <a:noFill/>
        </p:spPr>
        <p:txBody>
          <a:bodyPr wrap="square" rtlCol="0">
            <a:spAutoFit/>
          </a:bodyPr>
          <a:lstStyle/>
          <a:p>
            <a:r>
              <a:rPr lang="en-US" sz="1800" spc="-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The</a:t>
            </a:r>
            <a:r>
              <a:rPr lang="en-US" sz="1800" spc="-8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spc="-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future</a:t>
            </a:r>
            <a:r>
              <a:rPr lang="en-US" sz="1800" spc="-8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spc="-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scope</a:t>
            </a:r>
            <a:r>
              <a:rPr lang="en-US" sz="1800" spc="-8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spc="-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of</a:t>
            </a:r>
            <a:r>
              <a:rPr lang="en-US" sz="1800" spc="-8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spc="-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Data</a:t>
            </a:r>
            <a:r>
              <a:rPr lang="en-US" sz="1800" spc="-8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spc="-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Analysis</a:t>
            </a:r>
            <a:r>
              <a:rPr lang="en-US" sz="1800" spc="-7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spc="-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is</a:t>
            </a:r>
            <a:r>
              <a:rPr lang="en-US" sz="1800" spc="-7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bound</a:t>
            </a:r>
            <a:r>
              <a:rPr lang="en-US" sz="1800" spc="-1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to</a:t>
            </a:r>
            <a:r>
              <a:rPr lang="en-US" sz="1800" spc="-6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remain</a:t>
            </a:r>
            <a:r>
              <a:rPr lang="en-US" sz="1800" spc="-7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intact</a:t>
            </a:r>
            <a:r>
              <a:rPr lang="en-US" sz="1800" spc="-8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if businesses require Data Science in their everyday applicable</a:t>
            </a:r>
            <a:r>
              <a:rPr lang="en-US" sz="1800" spc="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decision-making</a:t>
            </a:r>
            <a:r>
              <a:rPr lang="en-US" sz="1800" spc="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processes.</a:t>
            </a:r>
            <a:r>
              <a:rPr lang="en-US" sz="1800" spc="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Also,</a:t>
            </a:r>
            <a:r>
              <a:rPr lang="en-US" sz="1800" spc="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there</a:t>
            </a:r>
            <a:r>
              <a:rPr lang="en-US" sz="1800" spc="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is</a:t>
            </a:r>
            <a:r>
              <a:rPr lang="en-US" sz="1800" spc="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a</a:t>
            </a:r>
            <a:r>
              <a:rPr lang="en-US" sz="1800" spc="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great</a:t>
            </a:r>
            <a:r>
              <a:rPr lang="en-US" sz="1800" spc="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scale</a:t>
            </a:r>
            <a:r>
              <a:rPr lang="en-US" sz="1800" spc="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of</a:t>
            </a:r>
            <a:r>
              <a:rPr lang="en-US" sz="1800" spc="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possibilities</a:t>
            </a:r>
            <a:r>
              <a:rPr lang="en-US" sz="1800" spc="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when</a:t>
            </a:r>
            <a:r>
              <a:rPr lang="en-US" sz="1800" spc="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it</a:t>
            </a:r>
            <a:r>
              <a:rPr lang="en-US" sz="1800" spc="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comes</a:t>
            </a:r>
            <a:r>
              <a:rPr lang="en-US" sz="1800" spc="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to</a:t>
            </a:r>
            <a:r>
              <a:rPr lang="en-US" sz="1800" spc="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developing</a:t>
            </a:r>
            <a:r>
              <a:rPr lang="en-US" sz="1800" spc="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unique</a:t>
            </a:r>
            <a:r>
              <a:rPr lang="en-US" sz="1800" spc="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interactive</a:t>
            </a:r>
            <a:r>
              <a:rPr lang="en-US" sz="1800" spc="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solutions</a:t>
            </a:r>
            <a:r>
              <a:rPr lang="en-US" sz="1800" spc="-7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and</a:t>
            </a:r>
            <a:r>
              <a:rPr lang="en-US" sz="1800" spc="-7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methods</a:t>
            </a:r>
            <a:r>
              <a:rPr lang="en-US" sz="1800" spc="-6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that</a:t>
            </a:r>
            <a:r>
              <a:rPr lang="en-US" sz="1800" spc="-5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are</a:t>
            </a:r>
            <a:r>
              <a:rPr lang="en-US" sz="1800" spc="-5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confined</a:t>
            </a:r>
            <a:r>
              <a:rPr lang="en-US" sz="1800" spc="-5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to</a:t>
            </a:r>
            <a:r>
              <a:rPr lang="en-US" sz="1800" spc="-6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make</a:t>
            </a:r>
            <a:r>
              <a:rPr lang="en-US" sz="1800" spc="-4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data</a:t>
            </a:r>
            <a:r>
              <a:rPr lang="en-US" sz="1800" spc="-7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exploration</a:t>
            </a:r>
            <a:r>
              <a:rPr lang="en-US" sz="1800" spc="-37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much more intriguing in nature. These constant advancements</a:t>
            </a:r>
            <a:r>
              <a:rPr lang="en-US" sz="1800" spc="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have</a:t>
            </a:r>
            <a:r>
              <a:rPr lang="en-US" sz="1800" spc="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stabilized</a:t>
            </a:r>
            <a:r>
              <a:rPr lang="en-US" sz="1800" spc="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a</a:t>
            </a:r>
            <a:r>
              <a:rPr lang="en-US" sz="1800" spc="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promising</a:t>
            </a:r>
            <a:r>
              <a:rPr lang="en-US" sz="1800" spc="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direction</a:t>
            </a:r>
            <a:r>
              <a:rPr lang="en-US" sz="1800" spc="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for</a:t>
            </a:r>
            <a:r>
              <a:rPr lang="en-US" sz="1800" spc="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data</a:t>
            </a:r>
            <a:r>
              <a:rPr lang="en-US" sz="1800" spc="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analysis</a:t>
            </a:r>
            <a:r>
              <a:rPr lang="en-US" sz="1800" spc="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as</a:t>
            </a:r>
            <a:r>
              <a:rPr lang="en-US" sz="1800" spc="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a</a:t>
            </a:r>
            <a:r>
              <a:rPr lang="en-US" sz="1800" spc="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systemic study that is going to stay if there is the crunch</a:t>
            </a:r>
            <a:r>
              <a:rPr lang="en-US" sz="1800" spc="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for</a:t>
            </a:r>
            <a:r>
              <a:rPr lang="en-US" sz="1800" spc="4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data</a:t>
            </a:r>
            <a:r>
              <a:rPr lang="en-US" sz="1800" spc="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in</a:t>
            </a:r>
            <a:r>
              <a:rPr lang="en-US" sz="1800" spc="4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any</a:t>
            </a:r>
            <a:r>
              <a:rPr lang="en-US" sz="1800" spc="3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viable</a:t>
            </a:r>
            <a:r>
              <a:rPr lang="en-US" sz="1800" spc="4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field</a:t>
            </a:r>
            <a:r>
              <a:rPr lang="en-US" sz="1800" spc="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of</a:t>
            </a:r>
            <a:r>
              <a:rPr lang="en-US" sz="1800" spc="2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study</a:t>
            </a:r>
            <a:r>
              <a:rPr lang="en-US" sz="1800" spc="3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in</a:t>
            </a:r>
            <a:r>
              <a:rPr lang="en-US" sz="1800" spc="4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the</a:t>
            </a:r>
            <a:r>
              <a:rPr lang="en-US" sz="1800" spc="25"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real-world.</a:t>
            </a:r>
            <a:endParaRPr lang="en-IN" dirty="0">
              <a:solidFill>
                <a:schemeClr val="bg1"/>
              </a:solidFill>
            </a:endParaRPr>
          </a:p>
        </p:txBody>
      </p:sp>
    </p:spTree>
    <p:extLst>
      <p:ext uri="{BB962C8B-B14F-4D97-AF65-F5344CB8AC3E}">
        <p14:creationId xmlns:p14="http://schemas.microsoft.com/office/powerpoint/2010/main" val="40656229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E78AA96-C1AB-EC38-C377-32B72FF2BFE2}"/>
              </a:ext>
            </a:extLst>
          </p:cNvPr>
          <p:cNvPicPr>
            <a:picLocks noChangeAspect="1"/>
          </p:cNvPicPr>
          <p:nvPr/>
        </p:nvPicPr>
        <p:blipFill>
          <a:blip r:embed="rId2"/>
          <a:stretch>
            <a:fillRect/>
          </a:stretch>
        </p:blipFill>
        <p:spPr>
          <a:xfrm>
            <a:off x="0" y="0"/>
            <a:ext cx="12192000" cy="6858000"/>
          </a:xfrm>
          <a:prstGeom prst="rect">
            <a:avLst/>
          </a:prstGeom>
        </p:spPr>
      </p:pic>
      <p:sp>
        <p:nvSpPr>
          <p:cNvPr id="5" name="Rectangle 4">
            <a:extLst>
              <a:ext uri="{FF2B5EF4-FFF2-40B4-BE49-F238E27FC236}">
                <a16:creationId xmlns:a16="http://schemas.microsoft.com/office/drawing/2014/main" id="{3DAE9732-2E1D-38DE-9CBF-D1AD634B85DC}"/>
              </a:ext>
            </a:extLst>
          </p:cNvPr>
          <p:cNvSpPr/>
          <p:nvPr/>
        </p:nvSpPr>
        <p:spPr>
          <a:xfrm>
            <a:off x="1485900" y="1349828"/>
            <a:ext cx="9220200" cy="4365173"/>
          </a:xfrm>
          <a:prstGeom prst="rect">
            <a:avLst/>
          </a:prstGeom>
          <a:solidFill>
            <a:schemeClr val="tx1">
              <a:alpha val="8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42FB82FE-A1BA-CAAC-518E-7D7BE00E32B2}"/>
              </a:ext>
            </a:extLst>
          </p:cNvPr>
          <p:cNvSpPr txBox="1"/>
          <p:nvPr/>
        </p:nvSpPr>
        <p:spPr>
          <a:xfrm>
            <a:off x="1948543" y="2052462"/>
            <a:ext cx="8131628" cy="3231654"/>
          </a:xfrm>
          <a:prstGeom prst="rect">
            <a:avLst/>
          </a:prstGeom>
          <a:noFill/>
        </p:spPr>
        <p:txBody>
          <a:bodyPr wrap="square" rtlCol="0">
            <a:spAutoFit/>
          </a:bodyPr>
          <a:lstStyle/>
          <a:p>
            <a:pPr algn="ctr"/>
            <a:endParaRPr lang="en-US" sz="3200" dirty="0">
              <a:solidFill>
                <a:schemeClr val="bg1"/>
              </a:solidFill>
              <a:latin typeface="Baskerville Old Face" panose="02020602080505020303" pitchFamily="18" charset="0"/>
            </a:endParaRPr>
          </a:p>
          <a:p>
            <a:pPr algn="ctr"/>
            <a:endParaRPr lang="en-US" sz="3200" dirty="0">
              <a:solidFill>
                <a:schemeClr val="bg1"/>
              </a:solidFill>
              <a:latin typeface="Baskerville Old Face" panose="02020602080505020303" pitchFamily="18" charset="0"/>
            </a:endParaRPr>
          </a:p>
          <a:p>
            <a:pPr algn="ctr"/>
            <a:r>
              <a:rPr lang="en-US" sz="4000" dirty="0">
                <a:solidFill>
                  <a:schemeClr val="bg1"/>
                </a:solidFill>
                <a:latin typeface="Bookman Old Style" panose="02050604050505020204" pitchFamily="18" charset="0"/>
              </a:rPr>
              <a:t>  THANK YOU	</a:t>
            </a:r>
          </a:p>
          <a:p>
            <a:endParaRPr lang="en-US" sz="2000" dirty="0">
              <a:solidFill>
                <a:schemeClr val="bg1"/>
              </a:solidFill>
            </a:endParaRPr>
          </a:p>
          <a:p>
            <a:endParaRPr lang="en-US" sz="2000" dirty="0">
              <a:solidFill>
                <a:schemeClr val="bg1"/>
              </a:solidFill>
            </a:endParaRPr>
          </a:p>
          <a:p>
            <a:endParaRPr lang="en-US" sz="2000" dirty="0">
              <a:solidFill>
                <a:schemeClr val="bg1"/>
              </a:solidFill>
            </a:endParaRPr>
          </a:p>
          <a:p>
            <a:pPr lvl="8"/>
            <a:r>
              <a:rPr lang="en-US" sz="2000" dirty="0">
                <a:solidFill>
                  <a:schemeClr val="bg1"/>
                </a:solidFill>
              </a:rPr>
              <a:t>			</a:t>
            </a:r>
            <a:r>
              <a:rPr lang="en-US"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 </a:t>
            </a:r>
            <a:endParaRPr lang="en-IN" sz="1800" dirty="0">
              <a:solidFill>
                <a:schemeClr val="bg1"/>
              </a:solidFill>
              <a:effectLst/>
              <a:latin typeface="Cambria" panose="02040503050406030204" pitchFamily="18" charset="0"/>
              <a:ea typeface="Cambria" panose="02040503050406030204" pitchFamily="18" charset="0"/>
              <a:cs typeface="Cambria" panose="02040503050406030204" pitchFamily="18" charset="0"/>
            </a:endParaRPr>
          </a:p>
          <a:p>
            <a:endParaRPr lang="en-IN" sz="2000" dirty="0">
              <a:solidFill>
                <a:schemeClr val="bg1"/>
              </a:solidFill>
              <a:latin typeface="Impact" panose="020B0806030902050204" pitchFamily="34" charset="0"/>
            </a:endParaRPr>
          </a:p>
        </p:txBody>
      </p:sp>
    </p:spTree>
    <p:extLst>
      <p:ext uri="{BB962C8B-B14F-4D97-AF65-F5344CB8AC3E}">
        <p14:creationId xmlns:p14="http://schemas.microsoft.com/office/powerpoint/2010/main" val="214112496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454</TotalTime>
  <Words>900</Words>
  <Application>Microsoft Office PowerPoint</Application>
  <PresentationFormat>Widescreen</PresentationFormat>
  <Paragraphs>103</Paragraphs>
  <Slides>23</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23</vt:i4>
      </vt:variant>
    </vt:vector>
  </HeadingPairs>
  <TitlesOfParts>
    <vt:vector size="32" baseType="lpstr">
      <vt:lpstr>Arial</vt:lpstr>
      <vt:lpstr>Baskerville Old Face</vt:lpstr>
      <vt:lpstr>Bookman Old Style</vt:lpstr>
      <vt:lpstr>Calibri</vt:lpstr>
      <vt:lpstr>Calibri Light</vt:lpstr>
      <vt:lpstr>Cambria</vt:lpstr>
      <vt:lpstr>Impact</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Sreya Kodur</dc:creator>
  <cp:lastModifiedBy>Sreya Kodur</cp:lastModifiedBy>
  <cp:revision>1</cp:revision>
  <dcterms:created xsi:type="dcterms:W3CDTF">2023-03-19T02:21:19Z</dcterms:created>
  <dcterms:modified xsi:type="dcterms:W3CDTF">2023-03-19T09:56:03Z</dcterms:modified>
</cp:coreProperties>
</file>